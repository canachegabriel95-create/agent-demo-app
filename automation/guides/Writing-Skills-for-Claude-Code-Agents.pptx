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 id="2147483726" r:id="rId5"/>
  </p:sldMasterIdLst>
  <p:notesMasterIdLst>
    <p:notesMasterId r:id="rId6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6290"/>
  </p:normalViewPr>
  <p:slideViewPr>
    <p:cSldViewPr snapToGrid="0" snapToObjects="1">
      <p:cViewPr varScale="1">
        <p:scale>
          <a:sx n="121" d="100"/>
          <a:sy n="121"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21FC4D-6A59-8449-AA41-18936B9CDBDA}" type="datetimeFigureOut">
              <a:rPr lang="en-GB" smtClean="0"/>
              <a:t>05/07/2026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3C20A7-6044-3543-A12B-800B9E494684}" type="slidenum">
              <a:rPr lang="en-GB" smtClean="0"/>
              <a:t>‹#›</a:t>
            </a:fld>
            <a:endParaRPr lang="en-GB"/>
          </a:p>
        </p:txBody>
      </p:sp>
    </p:spTree>
    <p:extLst>
      <p:ext uri="{BB962C8B-B14F-4D97-AF65-F5344CB8AC3E}">
        <p14:creationId xmlns:p14="http://schemas.microsoft.com/office/powerpoint/2010/main" val="57220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g"/><Relationship Id="rId3"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jpg"/><Relationship Id="rId3"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jpg"/><Relationship Id="rId3" Type="http://schemas.openxmlformats.org/officeDocument/2006/relationships/image" Target="../media/image2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2000" y="252000"/>
            <a:ext cx="8640000" cy="2556000"/>
          </a:xfrm>
        </p:spPr>
        <p:txBody>
          <a:bodyPr anchor="t" anchorCtr="0"/>
          <a:lstStyle>
            <a:lvl1pPr algn="l">
              <a:lnSpc>
                <a:spcPct val="85000"/>
              </a:lnSpc>
              <a:defRPr sz="6400" baseline="0">
                <a:solidFill>
                  <a:schemeClr val="accent2"/>
                </a:solidFill>
                <a:latin typeface="+mn-lt"/>
              </a:defRPr>
            </a:lvl1pPr>
          </a:lstStyle>
          <a:p>
            <a:r>
              <a:rPr lang="en-US"/>
              <a:t>Click to edit Master title style</a:t>
            </a:r>
            <a:endParaRPr lang="en-US" dirty="0"/>
          </a:p>
        </p:txBody>
      </p:sp>
      <p:sp>
        <p:nvSpPr>
          <p:cNvPr id="3" name="Subtitle 2"/>
          <p:cNvSpPr>
            <a:spLocks noGrp="1"/>
          </p:cNvSpPr>
          <p:nvPr>
            <p:ph type="subTitle" idx="1"/>
          </p:nvPr>
        </p:nvSpPr>
        <p:spPr>
          <a:xfrm>
            <a:off x="252000" y="2952000"/>
            <a:ext cx="8640000" cy="324000"/>
          </a:xfrm>
        </p:spPr>
        <p:txBody>
          <a:bodyPr anchor="t" anchorCtr="0"/>
          <a:lstStyle>
            <a:lvl1pPr marL="0" indent="0" algn="l">
              <a:lnSpc>
                <a:spcPct val="100000"/>
              </a:lnSpc>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ext Placeholder 3">
            <a:extLst>
              <a:ext uri="{FF2B5EF4-FFF2-40B4-BE49-F238E27FC236}">
                <a16:creationId xmlns:a16="http://schemas.microsoft.com/office/drawing/2014/main" id="{E53314C7-5664-6F59-7264-5FE43DD238CD}"/>
              </a:ext>
            </a:extLst>
          </p:cNvPr>
          <p:cNvSpPr>
            <a:spLocks noGrp="1"/>
          </p:cNvSpPr>
          <p:nvPr>
            <p:ph type="body" sz="half" idx="2"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8" name="Text Placeholder 3">
            <a:extLst>
              <a:ext uri="{FF2B5EF4-FFF2-40B4-BE49-F238E27FC236}">
                <a16:creationId xmlns:a16="http://schemas.microsoft.com/office/drawing/2014/main" id="{E05F5B59-C9F7-1443-3616-9AEACF3AEC28}"/>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pic>
        <p:nvPicPr>
          <p:cNvPr id="9" name="Picture 8" descr="Logo Centric">
            <a:extLst>
              <a:ext uri="{FF2B5EF4-FFF2-40B4-BE49-F238E27FC236}">
                <a16:creationId xmlns:a16="http://schemas.microsoft.com/office/drawing/2014/main" id="{CB596263-6F33-7F91-4A7D-E5264FE5E17A}"/>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329573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2000" y="252000"/>
            <a:ext cx="8640000" cy="2556000"/>
          </a:xfrm>
        </p:spPr>
        <p:txBody>
          <a:bodyPr anchor="t" anchorCtr="0"/>
          <a:lstStyle>
            <a:lvl1pPr algn="l">
              <a:lnSpc>
                <a:spcPct val="85000"/>
              </a:lnSpc>
              <a:defRPr sz="6400">
                <a:solidFill>
                  <a:schemeClr val="accent2"/>
                </a:solidFill>
                <a:latin typeface="+mn-lt"/>
              </a:defRPr>
            </a:lvl1pPr>
          </a:lstStyle>
          <a:p>
            <a:r>
              <a:rPr lang="en-US"/>
              <a:t>Click to edit Master 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ext Placeholder 3">
            <a:extLst>
              <a:ext uri="{FF2B5EF4-FFF2-40B4-BE49-F238E27FC236}">
                <a16:creationId xmlns:a16="http://schemas.microsoft.com/office/drawing/2014/main" id="{E53314C7-5664-6F59-7264-5FE43DD238CD}"/>
              </a:ext>
            </a:extLst>
          </p:cNvPr>
          <p:cNvSpPr>
            <a:spLocks noGrp="1"/>
          </p:cNvSpPr>
          <p:nvPr>
            <p:ph type="body" sz="half" idx="2"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8" name="Text Placeholder 3">
            <a:extLst>
              <a:ext uri="{FF2B5EF4-FFF2-40B4-BE49-F238E27FC236}">
                <a16:creationId xmlns:a16="http://schemas.microsoft.com/office/drawing/2014/main" id="{E05F5B59-C9F7-1443-3616-9AEACF3AEC28}"/>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
        <p:nvSpPr>
          <p:cNvPr id="12" name="Subtitle 2">
            <a:extLst>
              <a:ext uri="{FF2B5EF4-FFF2-40B4-BE49-F238E27FC236}">
                <a16:creationId xmlns:a16="http://schemas.microsoft.com/office/drawing/2014/main" id="{13819DE0-028A-1893-BA8A-250C36D99740}"/>
              </a:ext>
            </a:extLst>
          </p:cNvPr>
          <p:cNvSpPr>
            <a:spLocks noGrp="1"/>
          </p:cNvSpPr>
          <p:nvPr>
            <p:ph type="subTitle" idx="1"/>
          </p:nvPr>
        </p:nvSpPr>
        <p:spPr>
          <a:xfrm>
            <a:off x="252000" y="2952000"/>
            <a:ext cx="8640000" cy="324000"/>
          </a:xfrm>
        </p:spPr>
        <p:txBody>
          <a:bodyPr anchor="t" anchorCtr="0"/>
          <a:lstStyle>
            <a:lvl1pPr marL="0" indent="0" algn="l">
              <a:lnSpc>
                <a:spcPct val="100000"/>
              </a:lnSpc>
              <a:buNone/>
              <a:defRPr sz="180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3299310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2000" y="2448000"/>
            <a:ext cx="4104000" cy="504000"/>
          </a:xfrm>
        </p:spPr>
        <p:txBody>
          <a:bodyPr tIns="18000" anchor="t" anchorCtr="0"/>
          <a:lstStyle>
            <a:lvl1pPr marL="0" indent="0" algn="l">
              <a:lnSpc>
                <a:spcPct val="100000"/>
              </a:lnSpc>
              <a:buNone/>
              <a:defRPr sz="14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Picture Placeholder 2">
            <a:extLst>
              <a:ext uri="{FF2B5EF4-FFF2-40B4-BE49-F238E27FC236}">
                <a16:creationId xmlns:a16="http://schemas.microsoft.com/office/drawing/2014/main" id="{F23420D5-E2CB-4357-EA7C-8004DBC2EC41}"/>
              </a:ext>
            </a:extLst>
          </p:cNvPr>
          <p:cNvSpPr>
            <a:spLocks noGrp="1" noChangeAspect="1"/>
          </p:cNvSpPr>
          <p:nvPr>
            <p:ph type="pic" idx="14" hasCustomPrompt="1"/>
          </p:nvPr>
        </p:nvSpPr>
        <p:spPr>
          <a:xfrm>
            <a:off x="4572000" y="1"/>
            <a:ext cx="4572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9" name="Title 1">
            <a:extLst>
              <a:ext uri="{FF2B5EF4-FFF2-40B4-BE49-F238E27FC236}">
                <a16:creationId xmlns:a16="http://schemas.microsoft.com/office/drawing/2014/main" id="{2D96CC14-F405-F411-359F-C7E48914D33D}"/>
              </a:ext>
            </a:extLst>
          </p:cNvPr>
          <p:cNvSpPr>
            <a:spLocks noGrp="1"/>
          </p:cNvSpPr>
          <p:nvPr>
            <p:ph type="ctrTitle"/>
          </p:nvPr>
        </p:nvSpPr>
        <p:spPr>
          <a:xfrm>
            <a:off x="252000" y="252000"/>
            <a:ext cx="4104000" cy="2088000"/>
          </a:xfrm>
        </p:spPr>
        <p:txBody>
          <a:bodyPr tIns="0" anchor="t" anchorCtr="0"/>
          <a:lstStyle>
            <a:lvl1pPr algn="l">
              <a:lnSpc>
                <a:spcPct val="85000"/>
              </a:lnSpc>
              <a:defRPr sz="5200">
                <a:solidFill>
                  <a:schemeClr val="accent2"/>
                </a:solidFill>
                <a:latin typeface="+mn-lt"/>
              </a:defRPr>
            </a:lvl1pPr>
          </a:lstStyle>
          <a:p>
            <a:r>
              <a:rPr lang="en-US"/>
              <a:t>Click to edit Master title style</a:t>
            </a:r>
            <a:endParaRPr lang="en-US" dirty="0"/>
          </a:p>
        </p:txBody>
      </p:sp>
      <p:sp>
        <p:nvSpPr>
          <p:cNvPr id="10" name="Text Placeholder 3">
            <a:extLst>
              <a:ext uri="{FF2B5EF4-FFF2-40B4-BE49-F238E27FC236}">
                <a16:creationId xmlns:a16="http://schemas.microsoft.com/office/drawing/2014/main" id="{215BB518-037D-1621-AEF1-384785185939}"/>
              </a:ext>
            </a:extLst>
          </p:cNvPr>
          <p:cNvSpPr>
            <a:spLocks noGrp="1"/>
          </p:cNvSpPr>
          <p:nvPr>
            <p:ph type="body" sz="half" idx="15"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11" name="Text Placeholder 3">
            <a:extLst>
              <a:ext uri="{FF2B5EF4-FFF2-40B4-BE49-F238E27FC236}">
                <a16:creationId xmlns:a16="http://schemas.microsoft.com/office/drawing/2014/main" id="{A2B96E1A-22AA-90B9-BD0D-646C1546606F}"/>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
        <p:nvSpPr>
          <p:cNvPr id="12" name="Picture Placeholder 11" descr="Logo Centric">
            <a:extLst>
              <a:ext uri="{FF2B5EF4-FFF2-40B4-BE49-F238E27FC236}">
                <a16:creationId xmlns:a16="http://schemas.microsoft.com/office/drawing/2014/main" id="{D208201C-0F31-132F-628D-BC37BD84EF5D}"/>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111978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0"/>
            <a:ext cx="2736000" cy="864000"/>
          </a:xfrm>
        </p:spPr>
        <p:txBody>
          <a:bodyPr/>
          <a:lstStyle>
            <a:lvl1pPr>
              <a:defRPr>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ext Placeholder 3">
            <a:extLst>
              <a:ext uri="{FF2B5EF4-FFF2-40B4-BE49-F238E27FC236}">
                <a16:creationId xmlns:a16="http://schemas.microsoft.com/office/drawing/2014/main" id="{565DFEB9-4FDE-91A6-E3C8-7C88F27DA5DC}"/>
              </a:ext>
            </a:extLst>
          </p:cNvPr>
          <p:cNvSpPr>
            <a:spLocks noGrp="1"/>
          </p:cNvSpPr>
          <p:nvPr>
            <p:ph type="body" sz="half" idx="2" hasCustomPrompt="1"/>
          </p:nvPr>
        </p:nvSpPr>
        <p:spPr>
          <a:xfrm>
            <a:off x="3132000" y="360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3" name="Text Placeholder 3">
            <a:extLst>
              <a:ext uri="{FF2B5EF4-FFF2-40B4-BE49-F238E27FC236}">
                <a16:creationId xmlns:a16="http://schemas.microsoft.com/office/drawing/2014/main" id="{430EAFB6-0BC0-F675-0A50-94C04BC2E289}"/>
              </a:ext>
            </a:extLst>
          </p:cNvPr>
          <p:cNvSpPr>
            <a:spLocks noGrp="1"/>
          </p:cNvSpPr>
          <p:nvPr>
            <p:ph type="body" sz="half" idx="13"/>
          </p:nvPr>
        </p:nvSpPr>
        <p:spPr>
          <a:xfrm>
            <a:off x="6695999" y="359999"/>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cxnSp>
        <p:nvCxnSpPr>
          <p:cNvPr id="9" name="Straight Connector 8">
            <a:extLst>
              <a:ext uri="{FF2B5EF4-FFF2-40B4-BE49-F238E27FC236}">
                <a16:creationId xmlns:a16="http://schemas.microsoft.com/office/drawing/2014/main" id="{6056D8B8-0FDB-ACD5-E7C1-67A5AD103D71}"/>
              </a:ext>
            </a:extLst>
          </p:cNvPr>
          <p:cNvCxnSpPr/>
          <p:nvPr userDrawn="1"/>
        </p:nvCxnSpPr>
        <p:spPr>
          <a:xfrm>
            <a:off x="3131999" y="252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73CB6B-B235-4D2A-EBC4-ADBA4A81DE61}"/>
              </a:ext>
            </a:extLst>
          </p:cNvPr>
          <p:cNvCxnSpPr/>
          <p:nvPr userDrawn="1"/>
        </p:nvCxnSpPr>
        <p:spPr>
          <a:xfrm>
            <a:off x="3131999" y="1008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433D9E1A-22B0-FD76-9825-A3E96AD35376}"/>
              </a:ext>
            </a:extLst>
          </p:cNvPr>
          <p:cNvSpPr>
            <a:spLocks noGrp="1"/>
          </p:cNvSpPr>
          <p:nvPr>
            <p:ph type="body" sz="half" idx="14" hasCustomPrompt="1"/>
          </p:nvPr>
        </p:nvSpPr>
        <p:spPr>
          <a:xfrm>
            <a:off x="3132000" y="1116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12" name="Text Placeholder 3">
            <a:extLst>
              <a:ext uri="{FF2B5EF4-FFF2-40B4-BE49-F238E27FC236}">
                <a16:creationId xmlns:a16="http://schemas.microsoft.com/office/drawing/2014/main" id="{73826744-64FB-2CAE-861C-095C7C482855}"/>
              </a:ext>
            </a:extLst>
          </p:cNvPr>
          <p:cNvSpPr>
            <a:spLocks noGrp="1"/>
          </p:cNvSpPr>
          <p:nvPr>
            <p:ph type="body" sz="half" idx="15"/>
          </p:nvPr>
        </p:nvSpPr>
        <p:spPr>
          <a:xfrm>
            <a:off x="6695999" y="1116000"/>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cxnSp>
        <p:nvCxnSpPr>
          <p:cNvPr id="16" name="Straight Connector 15">
            <a:extLst>
              <a:ext uri="{FF2B5EF4-FFF2-40B4-BE49-F238E27FC236}">
                <a16:creationId xmlns:a16="http://schemas.microsoft.com/office/drawing/2014/main" id="{401C0F4E-ED47-D996-ED31-C6A00B5F23E6}"/>
              </a:ext>
            </a:extLst>
          </p:cNvPr>
          <p:cNvCxnSpPr/>
          <p:nvPr userDrawn="1"/>
        </p:nvCxnSpPr>
        <p:spPr>
          <a:xfrm>
            <a:off x="3131999" y="1764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77F6A38-5800-2154-E34D-42F0692F7168}"/>
              </a:ext>
            </a:extLst>
          </p:cNvPr>
          <p:cNvSpPr>
            <a:spLocks noGrp="1"/>
          </p:cNvSpPr>
          <p:nvPr>
            <p:ph type="body" sz="half" idx="16" hasCustomPrompt="1"/>
          </p:nvPr>
        </p:nvSpPr>
        <p:spPr>
          <a:xfrm>
            <a:off x="3132000" y="1872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18" name="Text Placeholder 3">
            <a:extLst>
              <a:ext uri="{FF2B5EF4-FFF2-40B4-BE49-F238E27FC236}">
                <a16:creationId xmlns:a16="http://schemas.microsoft.com/office/drawing/2014/main" id="{23E85967-C4CE-A87E-F21B-7BC5592EBD25}"/>
              </a:ext>
            </a:extLst>
          </p:cNvPr>
          <p:cNvSpPr>
            <a:spLocks noGrp="1"/>
          </p:cNvSpPr>
          <p:nvPr>
            <p:ph type="body" sz="half" idx="17"/>
          </p:nvPr>
        </p:nvSpPr>
        <p:spPr>
          <a:xfrm>
            <a:off x="6695999" y="1872000"/>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cxnSp>
        <p:nvCxnSpPr>
          <p:cNvPr id="19" name="Straight Connector 18">
            <a:extLst>
              <a:ext uri="{FF2B5EF4-FFF2-40B4-BE49-F238E27FC236}">
                <a16:creationId xmlns:a16="http://schemas.microsoft.com/office/drawing/2014/main" id="{2B4DC7B7-18DA-DA84-E0C9-506389A98EB8}"/>
              </a:ext>
            </a:extLst>
          </p:cNvPr>
          <p:cNvCxnSpPr/>
          <p:nvPr userDrawn="1"/>
        </p:nvCxnSpPr>
        <p:spPr>
          <a:xfrm>
            <a:off x="3131999" y="2520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3124D213-E2B3-AC41-D8E6-94E86BB18C17}"/>
              </a:ext>
            </a:extLst>
          </p:cNvPr>
          <p:cNvSpPr>
            <a:spLocks noGrp="1"/>
          </p:cNvSpPr>
          <p:nvPr>
            <p:ph type="body" sz="half" idx="18" hasCustomPrompt="1"/>
          </p:nvPr>
        </p:nvSpPr>
        <p:spPr>
          <a:xfrm>
            <a:off x="3132000" y="2628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1" name="Text Placeholder 3">
            <a:extLst>
              <a:ext uri="{FF2B5EF4-FFF2-40B4-BE49-F238E27FC236}">
                <a16:creationId xmlns:a16="http://schemas.microsoft.com/office/drawing/2014/main" id="{0547D4FA-793D-7EC7-8CFF-86284E8AFCB1}"/>
              </a:ext>
            </a:extLst>
          </p:cNvPr>
          <p:cNvSpPr>
            <a:spLocks noGrp="1"/>
          </p:cNvSpPr>
          <p:nvPr>
            <p:ph type="body" sz="half" idx="19"/>
          </p:nvPr>
        </p:nvSpPr>
        <p:spPr>
          <a:xfrm>
            <a:off x="6695999" y="2628000"/>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cxnSp>
        <p:nvCxnSpPr>
          <p:cNvPr id="22" name="Straight Connector 21">
            <a:extLst>
              <a:ext uri="{FF2B5EF4-FFF2-40B4-BE49-F238E27FC236}">
                <a16:creationId xmlns:a16="http://schemas.microsoft.com/office/drawing/2014/main" id="{27FBC72E-9329-170A-CA52-62612BAD2F4D}"/>
              </a:ext>
            </a:extLst>
          </p:cNvPr>
          <p:cNvCxnSpPr/>
          <p:nvPr userDrawn="1"/>
        </p:nvCxnSpPr>
        <p:spPr>
          <a:xfrm>
            <a:off x="3131999" y="3276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8F4A63A7-ADCA-A92B-7E89-721912ABCCF9}"/>
              </a:ext>
            </a:extLst>
          </p:cNvPr>
          <p:cNvSpPr>
            <a:spLocks noGrp="1"/>
          </p:cNvSpPr>
          <p:nvPr>
            <p:ph type="body" sz="half" idx="20" hasCustomPrompt="1"/>
          </p:nvPr>
        </p:nvSpPr>
        <p:spPr>
          <a:xfrm>
            <a:off x="3132000" y="3384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4" name="Text Placeholder 3">
            <a:extLst>
              <a:ext uri="{FF2B5EF4-FFF2-40B4-BE49-F238E27FC236}">
                <a16:creationId xmlns:a16="http://schemas.microsoft.com/office/drawing/2014/main" id="{85415BEE-4B46-ACB9-58E2-43B8ACA37C13}"/>
              </a:ext>
            </a:extLst>
          </p:cNvPr>
          <p:cNvSpPr>
            <a:spLocks noGrp="1"/>
          </p:cNvSpPr>
          <p:nvPr>
            <p:ph type="body" sz="half" idx="21"/>
          </p:nvPr>
        </p:nvSpPr>
        <p:spPr>
          <a:xfrm>
            <a:off x="6695999" y="3384000"/>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cxnSp>
        <p:nvCxnSpPr>
          <p:cNvPr id="25" name="Straight Connector 24">
            <a:extLst>
              <a:ext uri="{FF2B5EF4-FFF2-40B4-BE49-F238E27FC236}">
                <a16:creationId xmlns:a16="http://schemas.microsoft.com/office/drawing/2014/main" id="{72F2D31E-7F15-D443-5E9C-D253DDB82A37}"/>
              </a:ext>
            </a:extLst>
          </p:cNvPr>
          <p:cNvCxnSpPr/>
          <p:nvPr userDrawn="1"/>
        </p:nvCxnSpPr>
        <p:spPr>
          <a:xfrm>
            <a:off x="3131999" y="4032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1403A5A5-DF2C-D566-8861-1AC22F12D9C2}"/>
              </a:ext>
            </a:extLst>
          </p:cNvPr>
          <p:cNvSpPr>
            <a:spLocks noGrp="1"/>
          </p:cNvSpPr>
          <p:nvPr>
            <p:ph type="body" sz="half" idx="22" hasCustomPrompt="1"/>
          </p:nvPr>
        </p:nvSpPr>
        <p:spPr>
          <a:xfrm>
            <a:off x="3132000" y="4140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7" name="Text Placeholder 3">
            <a:extLst>
              <a:ext uri="{FF2B5EF4-FFF2-40B4-BE49-F238E27FC236}">
                <a16:creationId xmlns:a16="http://schemas.microsoft.com/office/drawing/2014/main" id="{3B497F1D-A8F6-C245-1C59-C961C7EB20A5}"/>
              </a:ext>
            </a:extLst>
          </p:cNvPr>
          <p:cNvSpPr>
            <a:spLocks noGrp="1"/>
          </p:cNvSpPr>
          <p:nvPr>
            <p:ph type="body" sz="half" idx="23"/>
          </p:nvPr>
        </p:nvSpPr>
        <p:spPr>
          <a:xfrm>
            <a:off x="6695999" y="4140000"/>
            <a:ext cx="2195999" cy="612000"/>
          </a:xfrm>
        </p:spPr>
        <p:txBody>
          <a:bodyPr/>
          <a:lstStyle>
            <a:lvl1pPr marL="0" indent="0" defTabSz="288000">
              <a:lnSpc>
                <a:spcPct val="100000"/>
              </a:lnSpc>
              <a:buNone/>
              <a:tabLst>
                <a:tab pos="288000" algn="l"/>
              </a:tabLst>
              <a:defRPr sz="1200">
                <a:solidFill>
                  <a:schemeClr val="accent1">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476296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 of content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0"/>
            <a:ext cx="3456000" cy="864000"/>
          </a:xfrm>
        </p:spPr>
        <p:txBody>
          <a:bodyPr/>
          <a:lstStyle>
            <a:lvl1pPr>
              <a:defRPr>
                <a:solidFill>
                  <a:schemeClr val="accent2"/>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ext Placeholder 3">
            <a:extLst>
              <a:ext uri="{FF2B5EF4-FFF2-40B4-BE49-F238E27FC236}">
                <a16:creationId xmlns:a16="http://schemas.microsoft.com/office/drawing/2014/main" id="{565DFEB9-4FDE-91A6-E3C8-7C88F27DA5DC}"/>
              </a:ext>
            </a:extLst>
          </p:cNvPr>
          <p:cNvSpPr>
            <a:spLocks noGrp="1"/>
          </p:cNvSpPr>
          <p:nvPr>
            <p:ph type="body" sz="half" idx="2" hasCustomPrompt="1"/>
          </p:nvPr>
        </p:nvSpPr>
        <p:spPr>
          <a:xfrm>
            <a:off x="3852001" y="954000"/>
            <a:ext cx="5039998" cy="3600000"/>
          </a:xfrm>
        </p:spPr>
        <p:txBody>
          <a:bodyPr/>
          <a:lstStyle>
            <a:lvl1pPr marL="360000" indent="-360000" defTabSz="288000">
              <a:lnSpc>
                <a:spcPct val="100000"/>
              </a:lnSpc>
              <a:buFont typeface="+mj-lt"/>
              <a:buAutoNum type="arabicPeriod"/>
              <a:tabLst>
                <a:tab pos="288000" algn="l"/>
              </a:tabLst>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a:t>
            </a:r>
          </a:p>
        </p:txBody>
      </p:sp>
    </p:spTree>
    <p:extLst>
      <p:ext uri="{BB962C8B-B14F-4D97-AF65-F5344CB8AC3E}">
        <p14:creationId xmlns:p14="http://schemas.microsoft.com/office/powerpoint/2010/main" val="478515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1"/>
            <a:ext cx="8640000" cy="503999"/>
          </a:xfrm>
        </p:spPr>
        <p:txBody>
          <a:bodyPr/>
          <a:lstStyle/>
          <a:p>
            <a:r>
              <a:rPr lang="en-US"/>
              <a:t>Click to edit Master title style</a:t>
            </a:r>
            <a:endParaRPr lang="en-US" dirty="0"/>
          </a:p>
        </p:txBody>
      </p:sp>
      <p:sp>
        <p:nvSpPr>
          <p:cNvPr id="3" name="Content Placeholder 2"/>
          <p:cNvSpPr>
            <a:spLocks noGrp="1"/>
          </p:cNvSpPr>
          <p:nvPr>
            <p:ph idx="1"/>
          </p:nvPr>
        </p:nvSpPr>
        <p:spPr>
          <a:xfrm>
            <a:off x="252000" y="936000"/>
            <a:ext cx="5760000" cy="36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306078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2000" y="1332000"/>
            <a:ext cx="4140000" cy="32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2000" y="1332000"/>
            <a:ext cx="4140000" cy="32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2343226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s connec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2000" y="1332000"/>
            <a:ext cx="8640000" cy="3204000"/>
          </a:xfrm>
        </p:spPr>
        <p:txBody>
          <a:bodyPr numCol="2" spcCol="360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17025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chart or table">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1"/>
            <a:ext cx="8640000" cy="503999"/>
          </a:xfrm>
        </p:spPr>
        <p:txBody>
          <a:bodyPr/>
          <a:lstStyle/>
          <a:p>
            <a:r>
              <a:rPr lang="en-US"/>
              <a:t>Click to edit Master title style</a:t>
            </a:r>
            <a:endParaRPr lang="en-US" dirty="0"/>
          </a:p>
        </p:txBody>
      </p:sp>
      <p:sp>
        <p:nvSpPr>
          <p:cNvPr id="3" name="Content Placeholder 2"/>
          <p:cNvSpPr>
            <a:spLocks noGrp="1"/>
          </p:cNvSpPr>
          <p:nvPr>
            <p:ph idx="1" hasCustomPrompt="1"/>
          </p:nvPr>
        </p:nvSpPr>
        <p:spPr>
          <a:xfrm>
            <a:off x="3383999" y="936000"/>
            <a:ext cx="5508001" cy="3311999"/>
          </a:xfrm>
        </p:spPr>
        <p:txBody>
          <a:bodyPr/>
          <a:lstStyle/>
          <a:p>
            <a:pPr lvl="0"/>
            <a:r>
              <a:rPr lang="en-GB" dirty="0"/>
              <a:t> </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9" name="Text Placeholder 8">
            <a:extLst>
              <a:ext uri="{FF2B5EF4-FFF2-40B4-BE49-F238E27FC236}">
                <a16:creationId xmlns:a16="http://schemas.microsoft.com/office/drawing/2014/main" id="{72FBA2A4-5685-8437-E466-66C84D7F2CD7}"/>
              </a:ext>
            </a:extLst>
          </p:cNvPr>
          <p:cNvSpPr>
            <a:spLocks noGrp="1"/>
          </p:cNvSpPr>
          <p:nvPr>
            <p:ph type="body" sz="quarter" idx="13"/>
          </p:nvPr>
        </p:nvSpPr>
        <p:spPr>
          <a:xfrm>
            <a:off x="252000" y="936000"/>
            <a:ext cx="2958870" cy="36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53985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562D4CE-2434-DEFE-51F6-EC01CC738A18}"/>
              </a:ext>
            </a:extLst>
          </p:cNvPr>
          <p:cNvSpPr>
            <a:spLocks noGrp="1" noChangeAspect="1"/>
          </p:cNvSpPr>
          <p:nvPr>
            <p:ph type="pic" idx="14" hasCustomPrompt="1"/>
          </p:nvPr>
        </p:nvSpPr>
        <p:spPr>
          <a:xfrm>
            <a:off x="4572000" y="1"/>
            <a:ext cx="4572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 name="Title 1"/>
          <p:cNvSpPr>
            <a:spLocks noGrp="1"/>
          </p:cNvSpPr>
          <p:nvPr>
            <p:ph type="title"/>
          </p:nvPr>
        </p:nvSpPr>
        <p:spPr>
          <a:xfrm>
            <a:off x="252001" y="216001"/>
            <a:ext cx="4031998" cy="1296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11" name="Text Placeholder 8">
            <a:extLst>
              <a:ext uri="{FF2B5EF4-FFF2-40B4-BE49-F238E27FC236}">
                <a16:creationId xmlns:a16="http://schemas.microsoft.com/office/drawing/2014/main" id="{BA73F0C7-818E-5495-C7B8-3118C3181D73}"/>
              </a:ext>
            </a:extLst>
          </p:cNvPr>
          <p:cNvSpPr>
            <a:spLocks noGrp="1"/>
          </p:cNvSpPr>
          <p:nvPr>
            <p:ph type="body" sz="quarter" idx="13"/>
          </p:nvPr>
        </p:nvSpPr>
        <p:spPr>
          <a:xfrm>
            <a:off x="252000" y="1692000"/>
            <a:ext cx="4031998" cy="284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2">
            <a:extLst>
              <a:ext uri="{FF2B5EF4-FFF2-40B4-BE49-F238E27FC236}">
                <a16:creationId xmlns:a16="http://schemas.microsoft.com/office/drawing/2014/main" id="{8B95C564-16E3-6BBA-8858-FEDD3AFD302C}"/>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832111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picture beneath">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AAD38BD-4F40-F3BC-47FE-28AE963CE36F}"/>
              </a:ext>
            </a:extLst>
          </p:cNvPr>
          <p:cNvSpPr>
            <a:spLocks noGrp="1"/>
          </p:cNvSpPr>
          <p:nvPr>
            <p:ph type="pic" idx="14" hasCustomPrompt="1"/>
          </p:nvPr>
        </p:nvSpPr>
        <p:spPr>
          <a:xfrm>
            <a:off x="-1" y="2569500"/>
            <a:ext cx="9144001" cy="2574000"/>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8" name="Title 1">
            <a:extLst>
              <a:ext uri="{FF2B5EF4-FFF2-40B4-BE49-F238E27FC236}">
                <a16:creationId xmlns:a16="http://schemas.microsoft.com/office/drawing/2014/main" id="{1A19B1A0-72F2-980B-EEB6-5A7FDB22514D}"/>
              </a:ext>
            </a:extLst>
          </p:cNvPr>
          <p:cNvSpPr>
            <a:spLocks noGrp="1"/>
          </p:cNvSpPr>
          <p:nvPr>
            <p:ph type="title"/>
          </p:nvPr>
        </p:nvSpPr>
        <p:spPr>
          <a:xfrm>
            <a:off x="252001" y="216000"/>
            <a:ext cx="4212000" cy="2088000"/>
          </a:xfrm>
        </p:spPr>
        <p:txBody>
          <a:body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D1485124-9743-6B92-1D48-2341FA0B2554}"/>
              </a:ext>
            </a:extLst>
          </p:cNvPr>
          <p:cNvSpPr>
            <a:spLocks noGrp="1"/>
          </p:cNvSpPr>
          <p:nvPr>
            <p:ph type="body" sz="quarter" idx="13"/>
          </p:nvPr>
        </p:nvSpPr>
        <p:spPr>
          <a:xfrm>
            <a:off x="4680000" y="180000"/>
            <a:ext cx="4212000" cy="212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Picture Placeholder 2">
            <a:extLst>
              <a:ext uri="{FF2B5EF4-FFF2-40B4-BE49-F238E27FC236}">
                <a16:creationId xmlns:a16="http://schemas.microsoft.com/office/drawing/2014/main" id="{6B12EDE0-B1B1-4BAB-B091-1E5CECC7C329}"/>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186072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picture abov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9" name="Picture Placeholder 2">
            <a:extLst>
              <a:ext uri="{FF2B5EF4-FFF2-40B4-BE49-F238E27FC236}">
                <a16:creationId xmlns:a16="http://schemas.microsoft.com/office/drawing/2014/main" id="{EAAD38BD-4F40-F3BC-47FE-28AE963CE36F}"/>
              </a:ext>
            </a:extLst>
          </p:cNvPr>
          <p:cNvSpPr>
            <a:spLocks noGrp="1"/>
          </p:cNvSpPr>
          <p:nvPr>
            <p:ph type="pic" idx="14" hasCustomPrompt="1"/>
          </p:nvPr>
        </p:nvSpPr>
        <p:spPr>
          <a:xfrm>
            <a:off x="0" y="0"/>
            <a:ext cx="9144000" cy="2574000"/>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8" name="Title 1">
            <a:extLst>
              <a:ext uri="{FF2B5EF4-FFF2-40B4-BE49-F238E27FC236}">
                <a16:creationId xmlns:a16="http://schemas.microsoft.com/office/drawing/2014/main" id="{6ECBBCDA-95AD-FDBC-5882-8BB5D8152500}"/>
              </a:ext>
            </a:extLst>
          </p:cNvPr>
          <p:cNvSpPr>
            <a:spLocks noGrp="1"/>
          </p:cNvSpPr>
          <p:nvPr>
            <p:ph type="title"/>
          </p:nvPr>
        </p:nvSpPr>
        <p:spPr>
          <a:xfrm>
            <a:off x="252001" y="2880000"/>
            <a:ext cx="4212000" cy="1656000"/>
          </a:xfrm>
        </p:spPr>
        <p:txBody>
          <a:body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FB5BEE16-88D6-4789-8034-C2A08676BAF3}"/>
              </a:ext>
            </a:extLst>
          </p:cNvPr>
          <p:cNvSpPr>
            <a:spLocks noGrp="1"/>
          </p:cNvSpPr>
          <p:nvPr>
            <p:ph type="body" sz="quarter" idx="13"/>
          </p:nvPr>
        </p:nvSpPr>
        <p:spPr>
          <a:xfrm>
            <a:off x="4680000" y="2844000"/>
            <a:ext cx="4212000" cy="16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75575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a:xfrm>
            <a:off x="252000" y="216000"/>
            <a:ext cx="8639999" cy="864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7" name="Table Placeholder 6">
            <a:extLst>
              <a:ext uri="{FF2B5EF4-FFF2-40B4-BE49-F238E27FC236}">
                <a16:creationId xmlns:a16="http://schemas.microsoft.com/office/drawing/2014/main" id="{F43B14CC-0B99-98DF-1A7C-6921C2CE6036}"/>
              </a:ext>
            </a:extLst>
          </p:cNvPr>
          <p:cNvSpPr>
            <a:spLocks noGrp="1"/>
          </p:cNvSpPr>
          <p:nvPr>
            <p:ph type="tbl" sz="quarter" idx="13"/>
          </p:nvPr>
        </p:nvSpPr>
        <p:spPr>
          <a:xfrm>
            <a:off x="252000" y="1332000"/>
            <a:ext cx="8640000" cy="3204000"/>
          </a:xfrm>
        </p:spPr>
        <p:txBody>
          <a:bodyPr/>
          <a:lstStyle/>
          <a:p>
            <a:r>
              <a:rPr lang="en-US"/>
              <a:t>Click icon to add table</a:t>
            </a:r>
            <a:endParaRPr lang="en-GB"/>
          </a:p>
        </p:txBody>
      </p:sp>
    </p:spTree>
    <p:extLst>
      <p:ext uri="{BB962C8B-B14F-4D97-AF65-F5344CB8AC3E}">
        <p14:creationId xmlns:p14="http://schemas.microsoft.com/office/powerpoint/2010/main" val="2973870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a:xfrm>
            <a:off x="252000" y="216000"/>
            <a:ext cx="8639999" cy="864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7" name="Chart Placeholder 6">
            <a:extLst>
              <a:ext uri="{FF2B5EF4-FFF2-40B4-BE49-F238E27FC236}">
                <a16:creationId xmlns:a16="http://schemas.microsoft.com/office/drawing/2014/main" id="{99EDC94A-C31D-E2A0-398B-DA4527367F31}"/>
              </a:ext>
            </a:extLst>
          </p:cNvPr>
          <p:cNvSpPr>
            <a:spLocks noGrp="1"/>
          </p:cNvSpPr>
          <p:nvPr>
            <p:ph type="chart" sz="quarter" idx="13"/>
          </p:nvPr>
        </p:nvSpPr>
        <p:spPr>
          <a:xfrm>
            <a:off x="252000" y="1332000"/>
            <a:ext cx="8640000" cy="3204000"/>
          </a:xfrm>
        </p:spPr>
        <p:txBody>
          <a:bodyPr/>
          <a:lstStyle/>
          <a:p>
            <a:r>
              <a:rPr lang="en-US"/>
              <a:t>Click icon to add chart</a:t>
            </a:r>
            <a:endParaRPr lang="en-GB"/>
          </a:p>
        </p:txBody>
      </p:sp>
    </p:spTree>
    <p:extLst>
      <p:ext uri="{BB962C8B-B14F-4D97-AF65-F5344CB8AC3E}">
        <p14:creationId xmlns:p14="http://schemas.microsoft.com/office/powerpoint/2010/main" val="14103127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2"/>
                </a:solidFill>
                <a:latin typeface="+mn-lt"/>
              </a:defRPr>
            </a:lvl1pPr>
          </a:lstStyle>
          <a:p>
            <a:r>
              <a:rPr lang="en-US"/>
              <a:t>Click to edit Master title style</a:t>
            </a:r>
            <a:endParaRPr lang="en-US" dirty="0"/>
          </a:p>
        </p:txBody>
      </p:sp>
      <p:pic>
        <p:nvPicPr>
          <p:cNvPr id="10" name="Picture 9" descr="Logo Centric">
            <a:extLst>
              <a:ext uri="{FF2B5EF4-FFF2-40B4-BE49-F238E27FC236}">
                <a16:creationId xmlns:a16="http://schemas.microsoft.com/office/drawing/2014/main" id="{4FB381AC-889F-6AEB-E970-020399A7E992}"/>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3208363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2"/>
                </a:solidFill>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7929642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with intr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bg2"/>
                </a:solidFill>
                <a:latin typeface="+mn-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3EB00BE6-DC65-5161-D694-3E3AE858E1A6}"/>
              </a:ext>
            </a:extLst>
          </p:cNvPr>
          <p:cNvSpPr>
            <a:spLocks noGrp="1"/>
          </p:cNvSpPr>
          <p:nvPr>
            <p:ph type="body" sz="quarter" idx="13"/>
          </p:nvPr>
        </p:nvSpPr>
        <p:spPr>
          <a:xfrm>
            <a:off x="4680000" y="2448000"/>
            <a:ext cx="4212000" cy="1546516"/>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2" name="Picture 1" descr="Logo Centric">
            <a:extLst>
              <a:ext uri="{FF2B5EF4-FFF2-40B4-BE49-F238E27FC236}">
                <a16:creationId xmlns:a16="http://schemas.microsoft.com/office/drawing/2014/main" id="{9024A2F1-099C-AF85-45AD-1DA1FDA7D411}"/>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19707040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with intro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bg2"/>
                </a:solidFill>
                <a:latin typeface="+mn-lt"/>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3EB00BE6-DC65-5161-D694-3E3AE858E1A6}"/>
              </a:ext>
            </a:extLst>
          </p:cNvPr>
          <p:cNvSpPr>
            <a:spLocks noGrp="1"/>
          </p:cNvSpPr>
          <p:nvPr>
            <p:ph type="body" sz="quarter" idx="13"/>
          </p:nvPr>
        </p:nvSpPr>
        <p:spPr>
          <a:xfrm>
            <a:off x="252000" y="2448000"/>
            <a:ext cx="4212000" cy="1546516"/>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7559998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D757ADFB-41D3-EA73-8614-13E448F2FC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bg2"/>
                </a:solidFill>
                <a:latin typeface="+mn-lt"/>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78E2C37C-FD1E-B5E8-F79C-B9BFEEF80B70}"/>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3"/>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036983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with intro and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D757ADFB-41D3-EA73-8614-13E448F2FC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bg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bg2"/>
                </a:solidFill>
                <a:latin typeface="+mn-lt"/>
              </a:defRPr>
            </a:lvl1pPr>
          </a:lstStyle>
          <a:p>
            <a:r>
              <a:rPr lang="en-US"/>
              <a:t>Click to edit Master title style</a:t>
            </a:r>
            <a:endParaRPr lang="en-US" dirty="0"/>
          </a:p>
        </p:txBody>
      </p:sp>
      <p:sp>
        <p:nvSpPr>
          <p:cNvPr id="8" name="Text Placeholder 8">
            <a:extLst>
              <a:ext uri="{FF2B5EF4-FFF2-40B4-BE49-F238E27FC236}">
                <a16:creationId xmlns:a16="http://schemas.microsoft.com/office/drawing/2014/main" id="{2BB4440D-3878-91CB-8787-2001693DE866}"/>
              </a:ext>
            </a:extLst>
          </p:cNvPr>
          <p:cNvSpPr>
            <a:spLocks noGrp="1"/>
          </p:cNvSpPr>
          <p:nvPr>
            <p:ph type="body" sz="quarter" idx="13"/>
          </p:nvPr>
        </p:nvSpPr>
        <p:spPr>
          <a:xfrm>
            <a:off x="252000" y="2448000"/>
            <a:ext cx="4212000" cy="1546516"/>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8">
            <a:extLst>
              <a:ext uri="{FF2B5EF4-FFF2-40B4-BE49-F238E27FC236}">
                <a16:creationId xmlns:a16="http://schemas.microsoft.com/office/drawing/2014/main" id="{2B22294B-C197-120C-18CF-F47360769BCC}"/>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3"/>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10344436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textbox #1">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58B7B8BA-5FD2-506E-D971-ADDAB99892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2" name="Title 1"/>
          <p:cNvSpPr>
            <a:spLocks noGrp="1"/>
          </p:cNvSpPr>
          <p:nvPr>
            <p:ph type="title"/>
          </p:nvPr>
        </p:nvSpPr>
        <p:spPr>
          <a:xfrm>
            <a:off x="252000" y="216000"/>
            <a:ext cx="2880000" cy="3888000"/>
          </a:xfrm>
          <a:prstGeom prst="roundRect">
            <a:avLst>
              <a:gd name="adj" fmla="val 6972"/>
            </a:avLst>
          </a:prstGeom>
          <a:solidFill>
            <a:schemeClr val="accent1"/>
          </a:solidFill>
        </p:spPr>
        <p:txBody>
          <a:bodyPr lIns="234000" tIns="251999" rIns="72000"/>
          <a:lstStyle>
            <a:lvl1pPr>
              <a:defRPr sz="2600">
                <a:solidFill>
                  <a:schemeClr val="bg2"/>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6" name="Text Placeholder 8">
            <a:extLst>
              <a:ext uri="{FF2B5EF4-FFF2-40B4-BE49-F238E27FC236}">
                <a16:creationId xmlns:a16="http://schemas.microsoft.com/office/drawing/2014/main" id="{351612E9-3A44-357C-6237-221FAE0A1FD3}"/>
              </a:ext>
            </a:extLst>
          </p:cNvPr>
          <p:cNvSpPr>
            <a:spLocks noGrp="1"/>
          </p:cNvSpPr>
          <p:nvPr>
            <p:ph type="body" sz="quarter" idx="13"/>
          </p:nvPr>
        </p:nvSpPr>
        <p:spPr>
          <a:xfrm>
            <a:off x="252000" y="1528653"/>
            <a:ext cx="2880000" cy="2575347"/>
          </a:xfrm>
        </p:spPr>
        <p:txBody>
          <a:bodyPr lIns="306000" tIns="180000" rIns="144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8">
            <a:extLst>
              <a:ext uri="{FF2B5EF4-FFF2-40B4-BE49-F238E27FC236}">
                <a16:creationId xmlns:a16="http://schemas.microsoft.com/office/drawing/2014/main" id="{7955BB17-189F-93D6-91DA-FD242B9BCD1E}"/>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380050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cture with textbox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391F501-01ED-080F-7774-F59834B7B1E6}"/>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6" name="Title 1">
            <a:extLst>
              <a:ext uri="{FF2B5EF4-FFF2-40B4-BE49-F238E27FC236}">
                <a16:creationId xmlns:a16="http://schemas.microsoft.com/office/drawing/2014/main" id="{AC4E1D09-BC11-8D63-7C1A-FB02ADC57B15}"/>
              </a:ext>
            </a:extLst>
          </p:cNvPr>
          <p:cNvSpPr>
            <a:spLocks noGrp="1"/>
          </p:cNvSpPr>
          <p:nvPr>
            <p:ph type="title"/>
          </p:nvPr>
        </p:nvSpPr>
        <p:spPr>
          <a:xfrm>
            <a:off x="252000" y="252000"/>
            <a:ext cx="5760000" cy="1961808"/>
          </a:xfrm>
          <a:prstGeom prst="roundRect">
            <a:avLst>
              <a:gd name="adj" fmla="val 8395"/>
            </a:avLst>
          </a:prstGeom>
          <a:solidFill>
            <a:schemeClr val="accent1"/>
          </a:solidFill>
        </p:spPr>
        <p:txBody>
          <a:bodyPr lIns="234000" tIns="251999" rIns="3456000"/>
          <a:lstStyle>
            <a:lvl1pPr>
              <a:defRPr sz="2600">
                <a:solidFill>
                  <a:schemeClr val="bg2"/>
                </a:solidFill>
              </a:defRPr>
            </a:lvl1p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2E637593-E043-3066-6F49-7674CA49B54A}"/>
              </a:ext>
            </a:extLst>
          </p:cNvPr>
          <p:cNvSpPr>
            <a:spLocks noGrp="1"/>
          </p:cNvSpPr>
          <p:nvPr>
            <p:ph type="body" sz="quarter" idx="14"/>
          </p:nvPr>
        </p:nvSpPr>
        <p:spPr>
          <a:xfrm>
            <a:off x="2664000" y="252001"/>
            <a:ext cx="3348000" cy="1961808"/>
          </a:xfrm>
        </p:spPr>
        <p:txBody>
          <a:bodyPr lIns="0" tIns="288000" rIns="144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Picture Placeholder 6">
            <a:extLst>
              <a:ext uri="{FF2B5EF4-FFF2-40B4-BE49-F238E27FC236}">
                <a16:creationId xmlns:a16="http://schemas.microsoft.com/office/drawing/2014/main" id="{E618BEB7-F4C4-D60F-F413-72DC8CB939BC}"/>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42109719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23002941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
        <p:nvSpPr>
          <p:cNvPr id="5" name="Title 1">
            <a:extLst>
              <a:ext uri="{FF2B5EF4-FFF2-40B4-BE49-F238E27FC236}">
                <a16:creationId xmlns:a16="http://schemas.microsoft.com/office/drawing/2014/main" id="{671D2BC3-0C52-17DA-44B3-D8C67A069EE4}"/>
              </a:ext>
            </a:extLst>
          </p:cNvPr>
          <p:cNvSpPr>
            <a:spLocks noGrp="1"/>
          </p:cNvSpPr>
          <p:nvPr>
            <p:ph type="title"/>
          </p:nvPr>
        </p:nvSpPr>
        <p:spPr>
          <a:xfrm>
            <a:off x="252001" y="216000"/>
            <a:ext cx="8640000" cy="432000"/>
          </a:xfrm>
        </p:spPr>
        <p:txBody>
          <a:body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23DCCC82-7E1D-9696-18BE-FDADCD68AD93}"/>
              </a:ext>
            </a:extLst>
          </p:cNvPr>
          <p:cNvSpPr>
            <a:spLocks noGrp="1"/>
          </p:cNvSpPr>
          <p:nvPr>
            <p:ph type="body" sz="half" idx="2" hasCustomPrompt="1"/>
          </p:nvPr>
        </p:nvSpPr>
        <p:spPr>
          <a:xfrm>
            <a:off x="25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7" name="Picture Placeholder 2">
            <a:extLst>
              <a:ext uri="{FF2B5EF4-FFF2-40B4-BE49-F238E27FC236}">
                <a16:creationId xmlns:a16="http://schemas.microsoft.com/office/drawing/2014/main" id="{F7A5E164-FFC9-85BC-0DE4-FDFEA305F2FC}"/>
              </a:ext>
            </a:extLst>
          </p:cNvPr>
          <p:cNvSpPr>
            <a:spLocks noGrp="1"/>
          </p:cNvSpPr>
          <p:nvPr>
            <p:ph type="pic" idx="14" hasCustomPrompt="1"/>
          </p:nvPr>
        </p:nvSpPr>
        <p:spPr>
          <a:xfrm>
            <a:off x="205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8" name="Text Placeholder 3">
            <a:extLst>
              <a:ext uri="{FF2B5EF4-FFF2-40B4-BE49-F238E27FC236}">
                <a16:creationId xmlns:a16="http://schemas.microsoft.com/office/drawing/2014/main" id="{D5745BC6-DC65-3968-E621-4677FEC41247}"/>
              </a:ext>
            </a:extLst>
          </p:cNvPr>
          <p:cNvSpPr>
            <a:spLocks noGrp="1"/>
          </p:cNvSpPr>
          <p:nvPr>
            <p:ph type="body" sz="half" idx="15" hasCustomPrompt="1"/>
          </p:nvPr>
        </p:nvSpPr>
        <p:spPr>
          <a:xfrm>
            <a:off x="252001"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9" name="Picture Placeholder 2">
            <a:extLst>
              <a:ext uri="{FF2B5EF4-FFF2-40B4-BE49-F238E27FC236}">
                <a16:creationId xmlns:a16="http://schemas.microsoft.com/office/drawing/2014/main" id="{05A1DB57-020D-2F1C-4FB9-CFB4640E5E92}"/>
              </a:ext>
            </a:extLst>
          </p:cNvPr>
          <p:cNvSpPr>
            <a:spLocks noGrp="1"/>
          </p:cNvSpPr>
          <p:nvPr>
            <p:ph type="pic" idx="16" hasCustomPrompt="1"/>
          </p:nvPr>
        </p:nvSpPr>
        <p:spPr>
          <a:xfrm>
            <a:off x="613186"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0" name="Picture Placeholder 2">
            <a:extLst>
              <a:ext uri="{FF2B5EF4-FFF2-40B4-BE49-F238E27FC236}">
                <a16:creationId xmlns:a16="http://schemas.microsoft.com/office/drawing/2014/main" id="{BEC1749F-5D39-7933-254C-8199014AE46B}"/>
              </a:ext>
            </a:extLst>
          </p:cNvPr>
          <p:cNvSpPr>
            <a:spLocks noGrp="1"/>
          </p:cNvSpPr>
          <p:nvPr>
            <p:ph type="pic" idx="17" hasCustomPrompt="1"/>
          </p:nvPr>
        </p:nvSpPr>
        <p:spPr>
          <a:xfrm>
            <a:off x="3490856"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1" name="Picture Placeholder 2">
            <a:extLst>
              <a:ext uri="{FF2B5EF4-FFF2-40B4-BE49-F238E27FC236}">
                <a16:creationId xmlns:a16="http://schemas.microsoft.com/office/drawing/2014/main" id="{128A8C79-D363-CEB2-4D28-00F70E104725}"/>
              </a:ext>
            </a:extLst>
          </p:cNvPr>
          <p:cNvSpPr>
            <a:spLocks noGrp="1"/>
          </p:cNvSpPr>
          <p:nvPr>
            <p:ph type="pic" idx="18" hasCustomPrompt="1"/>
          </p:nvPr>
        </p:nvSpPr>
        <p:spPr>
          <a:xfrm>
            <a:off x="493238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2" name="Picture Placeholder 2">
            <a:extLst>
              <a:ext uri="{FF2B5EF4-FFF2-40B4-BE49-F238E27FC236}">
                <a16:creationId xmlns:a16="http://schemas.microsoft.com/office/drawing/2014/main" id="{E3DBC0C6-4519-B9F4-E1A2-793D3777F2FE}"/>
              </a:ext>
            </a:extLst>
          </p:cNvPr>
          <p:cNvSpPr>
            <a:spLocks noGrp="1"/>
          </p:cNvSpPr>
          <p:nvPr>
            <p:ph type="pic" idx="19" hasCustomPrompt="1"/>
          </p:nvPr>
        </p:nvSpPr>
        <p:spPr>
          <a:xfrm>
            <a:off x="637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3" name="Picture Placeholder 2">
            <a:extLst>
              <a:ext uri="{FF2B5EF4-FFF2-40B4-BE49-F238E27FC236}">
                <a16:creationId xmlns:a16="http://schemas.microsoft.com/office/drawing/2014/main" id="{7DB8B405-DF5C-C79D-5B10-88CAE4ACB464}"/>
              </a:ext>
            </a:extLst>
          </p:cNvPr>
          <p:cNvSpPr>
            <a:spLocks noGrp="1"/>
          </p:cNvSpPr>
          <p:nvPr>
            <p:ph type="pic" idx="20" hasCustomPrompt="1"/>
          </p:nvPr>
        </p:nvSpPr>
        <p:spPr>
          <a:xfrm>
            <a:off x="781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4" name="Text Placeholder 3">
            <a:extLst>
              <a:ext uri="{FF2B5EF4-FFF2-40B4-BE49-F238E27FC236}">
                <a16:creationId xmlns:a16="http://schemas.microsoft.com/office/drawing/2014/main" id="{D4A2F330-A80D-B93E-8F70-7CADE20C3467}"/>
              </a:ext>
            </a:extLst>
          </p:cNvPr>
          <p:cNvSpPr>
            <a:spLocks noGrp="1"/>
          </p:cNvSpPr>
          <p:nvPr>
            <p:ph type="body" sz="half" idx="21" hasCustomPrompt="1"/>
          </p:nvPr>
        </p:nvSpPr>
        <p:spPr>
          <a:xfrm>
            <a:off x="169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5" name="Text Placeholder 3">
            <a:extLst>
              <a:ext uri="{FF2B5EF4-FFF2-40B4-BE49-F238E27FC236}">
                <a16:creationId xmlns:a16="http://schemas.microsoft.com/office/drawing/2014/main" id="{7105D04D-6771-01E3-2B03-775CB611E695}"/>
              </a:ext>
            </a:extLst>
          </p:cNvPr>
          <p:cNvSpPr>
            <a:spLocks noGrp="1"/>
          </p:cNvSpPr>
          <p:nvPr>
            <p:ph type="body" sz="half" idx="22" hasCustomPrompt="1"/>
          </p:nvPr>
        </p:nvSpPr>
        <p:spPr>
          <a:xfrm>
            <a:off x="169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16" name="Text Placeholder 3">
            <a:extLst>
              <a:ext uri="{FF2B5EF4-FFF2-40B4-BE49-F238E27FC236}">
                <a16:creationId xmlns:a16="http://schemas.microsoft.com/office/drawing/2014/main" id="{F79B4A97-4446-8E66-BF34-BB523F2C7977}"/>
              </a:ext>
            </a:extLst>
          </p:cNvPr>
          <p:cNvSpPr>
            <a:spLocks noGrp="1"/>
          </p:cNvSpPr>
          <p:nvPr>
            <p:ph type="body" sz="half" idx="23" hasCustomPrompt="1"/>
          </p:nvPr>
        </p:nvSpPr>
        <p:spPr>
          <a:xfrm>
            <a:off x="313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7" name="Text Placeholder 3">
            <a:extLst>
              <a:ext uri="{FF2B5EF4-FFF2-40B4-BE49-F238E27FC236}">
                <a16:creationId xmlns:a16="http://schemas.microsoft.com/office/drawing/2014/main" id="{2FE50893-1609-8511-141C-4FCBF367AB40}"/>
              </a:ext>
            </a:extLst>
          </p:cNvPr>
          <p:cNvSpPr>
            <a:spLocks noGrp="1"/>
          </p:cNvSpPr>
          <p:nvPr>
            <p:ph type="body" sz="half" idx="24" hasCustomPrompt="1"/>
          </p:nvPr>
        </p:nvSpPr>
        <p:spPr>
          <a:xfrm>
            <a:off x="313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18" name="Text Placeholder 3">
            <a:extLst>
              <a:ext uri="{FF2B5EF4-FFF2-40B4-BE49-F238E27FC236}">
                <a16:creationId xmlns:a16="http://schemas.microsoft.com/office/drawing/2014/main" id="{E65DB0B3-03E2-CD16-E06D-AE1FE178ACE9}"/>
              </a:ext>
            </a:extLst>
          </p:cNvPr>
          <p:cNvSpPr>
            <a:spLocks noGrp="1"/>
          </p:cNvSpPr>
          <p:nvPr>
            <p:ph type="body" sz="half" idx="25" hasCustomPrompt="1"/>
          </p:nvPr>
        </p:nvSpPr>
        <p:spPr>
          <a:xfrm>
            <a:off x="4571999"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9" name="Text Placeholder 3">
            <a:extLst>
              <a:ext uri="{FF2B5EF4-FFF2-40B4-BE49-F238E27FC236}">
                <a16:creationId xmlns:a16="http://schemas.microsoft.com/office/drawing/2014/main" id="{95561701-51EE-9865-85BA-1BB0AE309E8F}"/>
              </a:ext>
            </a:extLst>
          </p:cNvPr>
          <p:cNvSpPr>
            <a:spLocks noGrp="1"/>
          </p:cNvSpPr>
          <p:nvPr>
            <p:ph type="body" sz="half" idx="26" hasCustomPrompt="1"/>
          </p:nvPr>
        </p:nvSpPr>
        <p:spPr>
          <a:xfrm>
            <a:off x="4571999"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0" name="Text Placeholder 3">
            <a:extLst>
              <a:ext uri="{FF2B5EF4-FFF2-40B4-BE49-F238E27FC236}">
                <a16:creationId xmlns:a16="http://schemas.microsoft.com/office/drawing/2014/main" id="{23EB69DC-B071-7B7C-68A9-E37AE2F07BBA}"/>
              </a:ext>
            </a:extLst>
          </p:cNvPr>
          <p:cNvSpPr>
            <a:spLocks noGrp="1"/>
          </p:cNvSpPr>
          <p:nvPr>
            <p:ph type="body" sz="half" idx="27" hasCustomPrompt="1"/>
          </p:nvPr>
        </p:nvSpPr>
        <p:spPr>
          <a:xfrm>
            <a:off x="601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1" name="Text Placeholder 3">
            <a:extLst>
              <a:ext uri="{FF2B5EF4-FFF2-40B4-BE49-F238E27FC236}">
                <a16:creationId xmlns:a16="http://schemas.microsoft.com/office/drawing/2014/main" id="{D2B4A514-9690-F4AB-1D75-8ECB3CBAF146}"/>
              </a:ext>
            </a:extLst>
          </p:cNvPr>
          <p:cNvSpPr>
            <a:spLocks noGrp="1"/>
          </p:cNvSpPr>
          <p:nvPr>
            <p:ph type="body" sz="half" idx="28" hasCustomPrompt="1"/>
          </p:nvPr>
        </p:nvSpPr>
        <p:spPr>
          <a:xfrm>
            <a:off x="601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2" name="Text Placeholder 3">
            <a:extLst>
              <a:ext uri="{FF2B5EF4-FFF2-40B4-BE49-F238E27FC236}">
                <a16:creationId xmlns:a16="http://schemas.microsoft.com/office/drawing/2014/main" id="{B41BA69B-8057-C112-D9E1-B8A9EBC9EE02}"/>
              </a:ext>
            </a:extLst>
          </p:cNvPr>
          <p:cNvSpPr>
            <a:spLocks noGrp="1"/>
          </p:cNvSpPr>
          <p:nvPr>
            <p:ph type="body" sz="half" idx="29" hasCustomPrompt="1"/>
          </p:nvPr>
        </p:nvSpPr>
        <p:spPr>
          <a:xfrm>
            <a:off x="745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3" name="Text Placeholder 3">
            <a:extLst>
              <a:ext uri="{FF2B5EF4-FFF2-40B4-BE49-F238E27FC236}">
                <a16:creationId xmlns:a16="http://schemas.microsoft.com/office/drawing/2014/main" id="{A8CE2E9E-DE4E-9CFB-9DE6-D6F7796E9D1B}"/>
              </a:ext>
            </a:extLst>
          </p:cNvPr>
          <p:cNvSpPr>
            <a:spLocks noGrp="1"/>
          </p:cNvSpPr>
          <p:nvPr>
            <p:ph type="body" sz="half" idx="30" hasCustomPrompt="1"/>
          </p:nvPr>
        </p:nvSpPr>
        <p:spPr>
          <a:xfrm>
            <a:off x="745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6" name="Text Placeholder 3">
            <a:extLst>
              <a:ext uri="{FF2B5EF4-FFF2-40B4-BE49-F238E27FC236}">
                <a16:creationId xmlns:a16="http://schemas.microsoft.com/office/drawing/2014/main" id="{8BA16CE1-9CC7-0207-383B-90F5201B7534}"/>
              </a:ext>
            </a:extLst>
          </p:cNvPr>
          <p:cNvSpPr>
            <a:spLocks noGrp="1"/>
          </p:cNvSpPr>
          <p:nvPr>
            <p:ph type="body" sz="half" idx="32" hasCustomPrompt="1"/>
          </p:nvPr>
        </p:nvSpPr>
        <p:spPr>
          <a:xfrm>
            <a:off x="25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7" name="Picture Placeholder 2">
            <a:extLst>
              <a:ext uri="{FF2B5EF4-FFF2-40B4-BE49-F238E27FC236}">
                <a16:creationId xmlns:a16="http://schemas.microsoft.com/office/drawing/2014/main" id="{12BF3A68-622D-FFA7-11F1-9FFF9247F6B1}"/>
              </a:ext>
            </a:extLst>
          </p:cNvPr>
          <p:cNvSpPr>
            <a:spLocks noGrp="1"/>
          </p:cNvSpPr>
          <p:nvPr>
            <p:ph type="pic" idx="33" hasCustomPrompt="1"/>
          </p:nvPr>
        </p:nvSpPr>
        <p:spPr>
          <a:xfrm>
            <a:off x="205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8" name="Text Placeholder 3">
            <a:extLst>
              <a:ext uri="{FF2B5EF4-FFF2-40B4-BE49-F238E27FC236}">
                <a16:creationId xmlns:a16="http://schemas.microsoft.com/office/drawing/2014/main" id="{809C2D6C-4B17-A5B5-CA22-8DB86F01EFBE}"/>
              </a:ext>
            </a:extLst>
          </p:cNvPr>
          <p:cNvSpPr>
            <a:spLocks noGrp="1"/>
          </p:cNvSpPr>
          <p:nvPr>
            <p:ph type="body" sz="half" idx="34" hasCustomPrompt="1"/>
          </p:nvPr>
        </p:nvSpPr>
        <p:spPr>
          <a:xfrm>
            <a:off x="252001"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9" name="Picture Placeholder 2">
            <a:extLst>
              <a:ext uri="{FF2B5EF4-FFF2-40B4-BE49-F238E27FC236}">
                <a16:creationId xmlns:a16="http://schemas.microsoft.com/office/drawing/2014/main" id="{423352D6-F57D-1410-54D2-510994BAD3C0}"/>
              </a:ext>
            </a:extLst>
          </p:cNvPr>
          <p:cNvSpPr>
            <a:spLocks noGrp="1"/>
          </p:cNvSpPr>
          <p:nvPr>
            <p:ph type="pic" idx="35" hasCustomPrompt="1"/>
          </p:nvPr>
        </p:nvSpPr>
        <p:spPr>
          <a:xfrm>
            <a:off x="613186"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0" name="Picture Placeholder 2">
            <a:extLst>
              <a:ext uri="{FF2B5EF4-FFF2-40B4-BE49-F238E27FC236}">
                <a16:creationId xmlns:a16="http://schemas.microsoft.com/office/drawing/2014/main" id="{427639EE-2C92-55DC-018E-4215E31386A3}"/>
              </a:ext>
            </a:extLst>
          </p:cNvPr>
          <p:cNvSpPr>
            <a:spLocks noGrp="1"/>
          </p:cNvSpPr>
          <p:nvPr>
            <p:ph type="pic" idx="36" hasCustomPrompt="1"/>
          </p:nvPr>
        </p:nvSpPr>
        <p:spPr>
          <a:xfrm>
            <a:off x="3490856"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1" name="Picture Placeholder 2">
            <a:extLst>
              <a:ext uri="{FF2B5EF4-FFF2-40B4-BE49-F238E27FC236}">
                <a16:creationId xmlns:a16="http://schemas.microsoft.com/office/drawing/2014/main" id="{1536197F-95F5-A694-A1C5-A17113440C21}"/>
              </a:ext>
            </a:extLst>
          </p:cNvPr>
          <p:cNvSpPr>
            <a:spLocks noGrp="1"/>
          </p:cNvSpPr>
          <p:nvPr>
            <p:ph type="pic" idx="37" hasCustomPrompt="1"/>
          </p:nvPr>
        </p:nvSpPr>
        <p:spPr>
          <a:xfrm>
            <a:off x="493238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2" name="Picture Placeholder 2">
            <a:extLst>
              <a:ext uri="{FF2B5EF4-FFF2-40B4-BE49-F238E27FC236}">
                <a16:creationId xmlns:a16="http://schemas.microsoft.com/office/drawing/2014/main" id="{78673C48-D86C-1EEC-3B10-C5A51366D4B7}"/>
              </a:ext>
            </a:extLst>
          </p:cNvPr>
          <p:cNvSpPr>
            <a:spLocks noGrp="1"/>
          </p:cNvSpPr>
          <p:nvPr>
            <p:ph type="pic" idx="38" hasCustomPrompt="1"/>
          </p:nvPr>
        </p:nvSpPr>
        <p:spPr>
          <a:xfrm>
            <a:off x="637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3" name="Picture Placeholder 2">
            <a:extLst>
              <a:ext uri="{FF2B5EF4-FFF2-40B4-BE49-F238E27FC236}">
                <a16:creationId xmlns:a16="http://schemas.microsoft.com/office/drawing/2014/main" id="{39B498D8-4812-7AA8-E9F0-0642B5D5C2AC}"/>
              </a:ext>
            </a:extLst>
          </p:cNvPr>
          <p:cNvSpPr>
            <a:spLocks noGrp="1"/>
          </p:cNvSpPr>
          <p:nvPr>
            <p:ph type="pic" idx="39" hasCustomPrompt="1"/>
          </p:nvPr>
        </p:nvSpPr>
        <p:spPr>
          <a:xfrm>
            <a:off x="781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4" name="Text Placeholder 3">
            <a:extLst>
              <a:ext uri="{FF2B5EF4-FFF2-40B4-BE49-F238E27FC236}">
                <a16:creationId xmlns:a16="http://schemas.microsoft.com/office/drawing/2014/main" id="{A77BB32B-40BC-8027-1B6D-4FF1CAA4799A}"/>
              </a:ext>
            </a:extLst>
          </p:cNvPr>
          <p:cNvSpPr>
            <a:spLocks noGrp="1"/>
          </p:cNvSpPr>
          <p:nvPr>
            <p:ph type="body" sz="half" idx="40" hasCustomPrompt="1"/>
          </p:nvPr>
        </p:nvSpPr>
        <p:spPr>
          <a:xfrm>
            <a:off x="169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5" name="Text Placeholder 3">
            <a:extLst>
              <a:ext uri="{FF2B5EF4-FFF2-40B4-BE49-F238E27FC236}">
                <a16:creationId xmlns:a16="http://schemas.microsoft.com/office/drawing/2014/main" id="{47F3BC1A-C1AB-71CF-FC72-A2F49CC1ABC8}"/>
              </a:ext>
            </a:extLst>
          </p:cNvPr>
          <p:cNvSpPr>
            <a:spLocks noGrp="1"/>
          </p:cNvSpPr>
          <p:nvPr>
            <p:ph type="body" sz="half" idx="41" hasCustomPrompt="1"/>
          </p:nvPr>
        </p:nvSpPr>
        <p:spPr>
          <a:xfrm>
            <a:off x="169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36" name="Text Placeholder 3">
            <a:extLst>
              <a:ext uri="{FF2B5EF4-FFF2-40B4-BE49-F238E27FC236}">
                <a16:creationId xmlns:a16="http://schemas.microsoft.com/office/drawing/2014/main" id="{2C985CF2-AD96-1C20-F341-E37824126A8F}"/>
              </a:ext>
            </a:extLst>
          </p:cNvPr>
          <p:cNvSpPr>
            <a:spLocks noGrp="1"/>
          </p:cNvSpPr>
          <p:nvPr>
            <p:ph type="body" sz="half" idx="42" hasCustomPrompt="1"/>
          </p:nvPr>
        </p:nvSpPr>
        <p:spPr>
          <a:xfrm>
            <a:off x="313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7" name="Text Placeholder 3">
            <a:extLst>
              <a:ext uri="{FF2B5EF4-FFF2-40B4-BE49-F238E27FC236}">
                <a16:creationId xmlns:a16="http://schemas.microsoft.com/office/drawing/2014/main" id="{4A1DD5D9-A3F7-D7E9-1FDF-4DE8DF648159}"/>
              </a:ext>
            </a:extLst>
          </p:cNvPr>
          <p:cNvSpPr>
            <a:spLocks noGrp="1"/>
          </p:cNvSpPr>
          <p:nvPr>
            <p:ph type="body" sz="half" idx="43" hasCustomPrompt="1"/>
          </p:nvPr>
        </p:nvSpPr>
        <p:spPr>
          <a:xfrm>
            <a:off x="313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38" name="Text Placeholder 3">
            <a:extLst>
              <a:ext uri="{FF2B5EF4-FFF2-40B4-BE49-F238E27FC236}">
                <a16:creationId xmlns:a16="http://schemas.microsoft.com/office/drawing/2014/main" id="{3AAF832B-9ED4-12D0-73C1-181C48344441}"/>
              </a:ext>
            </a:extLst>
          </p:cNvPr>
          <p:cNvSpPr>
            <a:spLocks noGrp="1"/>
          </p:cNvSpPr>
          <p:nvPr>
            <p:ph type="body" sz="half" idx="44" hasCustomPrompt="1"/>
          </p:nvPr>
        </p:nvSpPr>
        <p:spPr>
          <a:xfrm>
            <a:off x="4571999"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9" name="Text Placeholder 3">
            <a:extLst>
              <a:ext uri="{FF2B5EF4-FFF2-40B4-BE49-F238E27FC236}">
                <a16:creationId xmlns:a16="http://schemas.microsoft.com/office/drawing/2014/main" id="{BA7C4B74-AA51-8B93-6B54-895E3B2DEFD3}"/>
              </a:ext>
            </a:extLst>
          </p:cNvPr>
          <p:cNvSpPr>
            <a:spLocks noGrp="1"/>
          </p:cNvSpPr>
          <p:nvPr>
            <p:ph type="body" sz="half" idx="45" hasCustomPrompt="1"/>
          </p:nvPr>
        </p:nvSpPr>
        <p:spPr>
          <a:xfrm>
            <a:off x="4571999"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0" name="Text Placeholder 3">
            <a:extLst>
              <a:ext uri="{FF2B5EF4-FFF2-40B4-BE49-F238E27FC236}">
                <a16:creationId xmlns:a16="http://schemas.microsoft.com/office/drawing/2014/main" id="{5CA5CDC5-A92D-4272-81E5-7A5013DC9775}"/>
              </a:ext>
            </a:extLst>
          </p:cNvPr>
          <p:cNvSpPr>
            <a:spLocks noGrp="1"/>
          </p:cNvSpPr>
          <p:nvPr>
            <p:ph type="body" sz="half" idx="46" hasCustomPrompt="1"/>
          </p:nvPr>
        </p:nvSpPr>
        <p:spPr>
          <a:xfrm>
            <a:off x="601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1" name="Text Placeholder 3">
            <a:extLst>
              <a:ext uri="{FF2B5EF4-FFF2-40B4-BE49-F238E27FC236}">
                <a16:creationId xmlns:a16="http://schemas.microsoft.com/office/drawing/2014/main" id="{5EC7E76C-5073-24EE-89EF-760544B1D443}"/>
              </a:ext>
            </a:extLst>
          </p:cNvPr>
          <p:cNvSpPr>
            <a:spLocks noGrp="1"/>
          </p:cNvSpPr>
          <p:nvPr>
            <p:ph type="body" sz="half" idx="47" hasCustomPrompt="1"/>
          </p:nvPr>
        </p:nvSpPr>
        <p:spPr>
          <a:xfrm>
            <a:off x="601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2" name="Text Placeholder 3">
            <a:extLst>
              <a:ext uri="{FF2B5EF4-FFF2-40B4-BE49-F238E27FC236}">
                <a16:creationId xmlns:a16="http://schemas.microsoft.com/office/drawing/2014/main" id="{93FE4F5A-D8EE-E376-2BE7-2A5F65F6903B}"/>
              </a:ext>
            </a:extLst>
          </p:cNvPr>
          <p:cNvSpPr>
            <a:spLocks noGrp="1"/>
          </p:cNvSpPr>
          <p:nvPr>
            <p:ph type="body" sz="half" idx="48" hasCustomPrompt="1"/>
          </p:nvPr>
        </p:nvSpPr>
        <p:spPr>
          <a:xfrm>
            <a:off x="745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3" name="Text Placeholder 3">
            <a:extLst>
              <a:ext uri="{FF2B5EF4-FFF2-40B4-BE49-F238E27FC236}">
                <a16:creationId xmlns:a16="http://schemas.microsoft.com/office/drawing/2014/main" id="{8B137212-BECB-F9F8-B7F0-E8A64040FF40}"/>
              </a:ext>
            </a:extLst>
          </p:cNvPr>
          <p:cNvSpPr>
            <a:spLocks noGrp="1"/>
          </p:cNvSpPr>
          <p:nvPr>
            <p:ph type="body" sz="half" idx="49" hasCustomPrompt="1"/>
          </p:nvPr>
        </p:nvSpPr>
        <p:spPr>
          <a:xfrm>
            <a:off x="745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Tree>
    <p:extLst>
      <p:ext uri="{BB962C8B-B14F-4D97-AF65-F5344CB8AC3E}">
        <p14:creationId xmlns:p14="http://schemas.microsoft.com/office/powerpoint/2010/main" val="28129015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
        <p:nvSpPr>
          <p:cNvPr id="5" name="Title 1">
            <a:extLst>
              <a:ext uri="{FF2B5EF4-FFF2-40B4-BE49-F238E27FC236}">
                <a16:creationId xmlns:a16="http://schemas.microsoft.com/office/drawing/2014/main" id="{671D2BC3-0C52-17DA-44B3-D8C67A069EE4}"/>
              </a:ext>
            </a:extLst>
          </p:cNvPr>
          <p:cNvSpPr>
            <a:spLocks noGrp="1"/>
          </p:cNvSpPr>
          <p:nvPr>
            <p:ph type="title"/>
          </p:nvPr>
        </p:nvSpPr>
        <p:spPr>
          <a:xfrm>
            <a:off x="252001" y="216000"/>
            <a:ext cx="8640000" cy="432000"/>
          </a:xfrm>
        </p:spPr>
        <p:txBody>
          <a:body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23DCCC82-7E1D-9696-18BE-FDADCD68AD93}"/>
              </a:ext>
            </a:extLst>
          </p:cNvPr>
          <p:cNvSpPr>
            <a:spLocks noGrp="1"/>
          </p:cNvSpPr>
          <p:nvPr>
            <p:ph type="body" sz="half" idx="2" hasCustomPrompt="1"/>
          </p:nvPr>
        </p:nvSpPr>
        <p:spPr>
          <a:xfrm>
            <a:off x="93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8" name="Text Placeholder 3">
            <a:extLst>
              <a:ext uri="{FF2B5EF4-FFF2-40B4-BE49-F238E27FC236}">
                <a16:creationId xmlns:a16="http://schemas.microsoft.com/office/drawing/2014/main" id="{D5745BC6-DC65-3968-E621-4677FEC41247}"/>
              </a:ext>
            </a:extLst>
          </p:cNvPr>
          <p:cNvSpPr>
            <a:spLocks noGrp="1"/>
          </p:cNvSpPr>
          <p:nvPr>
            <p:ph type="body" sz="half" idx="15" hasCustomPrompt="1"/>
          </p:nvPr>
        </p:nvSpPr>
        <p:spPr>
          <a:xfrm>
            <a:off x="93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9" name="Picture Placeholder 2">
            <a:extLst>
              <a:ext uri="{FF2B5EF4-FFF2-40B4-BE49-F238E27FC236}">
                <a16:creationId xmlns:a16="http://schemas.microsoft.com/office/drawing/2014/main" id="{05A1DB57-020D-2F1C-4FB9-CFB4640E5E92}"/>
              </a:ext>
            </a:extLst>
          </p:cNvPr>
          <p:cNvSpPr>
            <a:spLocks noGrp="1"/>
          </p:cNvSpPr>
          <p:nvPr>
            <p:ph type="pic" idx="16" hasCustomPrompt="1"/>
          </p:nvPr>
        </p:nvSpPr>
        <p:spPr>
          <a:xfrm>
            <a:off x="115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5" name="Picture Placeholder 2">
            <a:extLst>
              <a:ext uri="{FF2B5EF4-FFF2-40B4-BE49-F238E27FC236}">
                <a16:creationId xmlns:a16="http://schemas.microsoft.com/office/drawing/2014/main" id="{9F98B11C-2338-8D02-B374-4E92F9FB3050}"/>
              </a:ext>
            </a:extLst>
          </p:cNvPr>
          <p:cNvSpPr>
            <a:spLocks noGrp="1"/>
          </p:cNvSpPr>
          <p:nvPr>
            <p:ph type="pic" idx="18" hasCustomPrompt="1"/>
          </p:nvPr>
        </p:nvSpPr>
        <p:spPr>
          <a:xfrm>
            <a:off x="6912001"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4" name="Picture Placeholder 2">
            <a:extLst>
              <a:ext uri="{FF2B5EF4-FFF2-40B4-BE49-F238E27FC236}">
                <a16:creationId xmlns:a16="http://schemas.microsoft.com/office/drawing/2014/main" id="{1D84D540-B0D1-A3F3-16C3-DBCDF68AEDCB}"/>
              </a:ext>
            </a:extLst>
          </p:cNvPr>
          <p:cNvSpPr>
            <a:spLocks noGrp="1"/>
          </p:cNvSpPr>
          <p:nvPr>
            <p:ph type="pic" idx="19" hasCustomPrompt="1"/>
          </p:nvPr>
        </p:nvSpPr>
        <p:spPr>
          <a:xfrm>
            <a:off x="259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5" name="Picture Placeholder 2">
            <a:extLst>
              <a:ext uri="{FF2B5EF4-FFF2-40B4-BE49-F238E27FC236}">
                <a16:creationId xmlns:a16="http://schemas.microsoft.com/office/drawing/2014/main" id="{333B9BC4-AB46-2077-40AF-F49A6623B245}"/>
              </a:ext>
            </a:extLst>
          </p:cNvPr>
          <p:cNvSpPr>
            <a:spLocks noGrp="1"/>
          </p:cNvSpPr>
          <p:nvPr>
            <p:ph type="pic" idx="20" hasCustomPrompt="1"/>
          </p:nvPr>
        </p:nvSpPr>
        <p:spPr>
          <a:xfrm>
            <a:off x="403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6" name="Picture Placeholder 2">
            <a:extLst>
              <a:ext uri="{FF2B5EF4-FFF2-40B4-BE49-F238E27FC236}">
                <a16:creationId xmlns:a16="http://schemas.microsoft.com/office/drawing/2014/main" id="{4F325020-7EDA-0401-0326-CA20FD14EFF2}"/>
              </a:ext>
            </a:extLst>
          </p:cNvPr>
          <p:cNvSpPr>
            <a:spLocks noGrp="1"/>
          </p:cNvSpPr>
          <p:nvPr>
            <p:ph type="pic" idx="21" hasCustomPrompt="1"/>
          </p:nvPr>
        </p:nvSpPr>
        <p:spPr>
          <a:xfrm>
            <a:off x="547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7" name="Text Placeholder 3">
            <a:extLst>
              <a:ext uri="{FF2B5EF4-FFF2-40B4-BE49-F238E27FC236}">
                <a16:creationId xmlns:a16="http://schemas.microsoft.com/office/drawing/2014/main" id="{2822EC88-CC5F-3DB1-B7CE-79206C9BD85F}"/>
              </a:ext>
            </a:extLst>
          </p:cNvPr>
          <p:cNvSpPr>
            <a:spLocks noGrp="1"/>
          </p:cNvSpPr>
          <p:nvPr>
            <p:ph type="body" sz="half" idx="22" hasCustomPrompt="1"/>
          </p:nvPr>
        </p:nvSpPr>
        <p:spPr>
          <a:xfrm>
            <a:off x="237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8" name="Text Placeholder 3">
            <a:extLst>
              <a:ext uri="{FF2B5EF4-FFF2-40B4-BE49-F238E27FC236}">
                <a16:creationId xmlns:a16="http://schemas.microsoft.com/office/drawing/2014/main" id="{243C3B91-AD50-06D9-29AA-A7DF3C4D8047}"/>
              </a:ext>
            </a:extLst>
          </p:cNvPr>
          <p:cNvSpPr>
            <a:spLocks noGrp="1"/>
          </p:cNvSpPr>
          <p:nvPr>
            <p:ph type="body" sz="half" idx="23" hasCustomPrompt="1"/>
          </p:nvPr>
        </p:nvSpPr>
        <p:spPr>
          <a:xfrm>
            <a:off x="237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9" name="Text Placeholder 3">
            <a:extLst>
              <a:ext uri="{FF2B5EF4-FFF2-40B4-BE49-F238E27FC236}">
                <a16:creationId xmlns:a16="http://schemas.microsoft.com/office/drawing/2014/main" id="{C7A6E551-E1BC-40D5-0999-D9B16F9F3C67}"/>
              </a:ext>
            </a:extLst>
          </p:cNvPr>
          <p:cNvSpPr>
            <a:spLocks noGrp="1"/>
          </p:cNvSpPr>
          <p:nvPr>
            <p:ph type="body" sz="half" idx="24" hasCustomPrompt="1"/>
          </p:nvPr>
        </p:nvSpPr>
        <p:spPr>
          <a:xfrm>
            <a:off x="381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0" name="Text Placeholder 3">
            <a:extLst>
              <a:ext uri="{FF2B5EF4-FFF2-40B4-BE49-F238E27FC236}">
                <a16:creationId xmlns:a16="http://schemas.microsoft.com/office/drawing/2014/main" id="{9C559630-8BBB-3BC5-5651-738094517EF9}"/>
              </a:ext>
            </a:extLst>
          </p:cNvPr>
          <p:cNvSpPr>
            <a:spLocks noGrp="1"/>
          </p:cNvSpPr>
          <p:nvPr>
            <p:ph type="body" sz="half" idx="25" hasCustomPrompt="1"/>
          </p:nvPr>
        </p:nvSpPr>
        <p:spPr>
          <a:xfrm>
            <a:off x="381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51" name="Text Placeholder 3">
            <a:extLst>
              <a:ext uri="{FF2B5EF4-FFF2-40B4-BE49-F238E27FC236}">
                <a16:creationId xmlns:a16="http://schemas.microsoft.com/office/drawing/2014/main" id="{D1A86AD4-DF64-11CB-7722-F545F1F74C81}"/>
              </a:ext>
            </a:extLst>
          </p:cNvPr>
          <p:cNvSpPr>
            <a:spLocks noGrp="1"/>
          </p:cNvSpPr>
          <p:nvPr>
            <p:ph type="body" sz="half" idx="26" hasCustomPrompt="1"/>
          </p:nvPr>
        </p:nvSpPr>
        <p:spPr>
          <a:xfrm>
            <a:off x="525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2" name="Text Placeholder 3">
            <a:extLst>
              <a:ext uri="{FF2B5EF4-FFF2-40B4-BE49-F238E27FC236}">
                <a16:creationId xmlns:a16="http://schemas.microsoft.com/office/drawing/2014/main" id="{E466D287-764D-5B29-1E16-B98F731C4F69}"/>
              </a:ext>
            </a:extLst>
          </p:cNvPr>
          <p:cNvSpPr>
            <a:spLocks noGrp="1"/>
          </p:cNvSpPr>
          <p:nvPr>
            <p:ph type="body" sz="half" idx="27" hasCustomPrompt="1"/>
          </p:nvPr>
        </p:nvSpPr>
        <p:spPr>
          <a:xfrm>
            <a:off x="525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53" name="Text Placeholder 3">
            <a:extLst>
              <a:ext uri="{FF2B5EF4-FFF2-40B4-BE49-F238E27FC236}">
                <a16:creationId xmlns:a16="http://schemas.microsoft.com/office/drawing/2014/main" id="{C5F35E2D-2D4E-9CF5-A3EC-F7FEFF6F05F1}"/>
              </a:ext>
            </a:extLst>
          </p:cNvPr>
          <p:cNvSpPr>
            <a:spLocks noGrp="1"/>
          </p:cNvSpPr>
          <p:nvPr>
            <p:ph type="body" sz="half" idx="28" hasCustomPrompt="1"/>
          </p:nvPr>
        </p:nvSpPr>
        <p:spPr>
          <a:xfrm>
            <a:off x="669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4" name="Text Placeholder 3">
            <a:extLst>
              <a:ext uri="{FF2B5EF4-FFF2-40B4-BE49-F238E27FC236}">
                <a16:creationId xmlns:a16="http://schemas.microsoft.com/office/drawing/2014/main" id="{4836249C-4A6E-9CE3-15EC-A54C1E395D86}"/>
              </a:ext>
            </a:extLst>
          </p:cNvPr>
          <p:cNvSpPr>
            <a:spLocks noGrp="1"/>
          </p:cNvSpPr>
          <p:nvPr>
            <p:ph type="body" sz="half" idx="29" hasCustomPrompt="1"/>
          </p:nvPr>
        </p:nvSpPr>
        <p:spPr>
          <a:xfrm>
            <a:off x="669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Tree>
    <p:extLst>
      <p:ext uri="{BB962C8B-B14F-4D97-AF65-F5344CB8AC3E}">
        <p14:creationId xmlns:p14="http://schemas.microsoft.com/office/powerpoint/2010/main" val="7237877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nly picture">
    <p:spTree>
      <p:nvGrpSpPr>
        <p:cNvPr id="1" name=""/>
        <p:cNvGrpSpPr/>
        <p:nvPr/>
      </p:nvGrpSpPr>
      <p:grpSpPr>
        <a:xfrm>
          <a:off x="0" y="0"/>
          <a:ext cx="0" cy="0"/>
          <a:chOff x="0" y="0"/>
          <a:chExt cx="0" cy="0"/>
        </a:xfrm>
      </p:grpSpPr>
      <p:sp>
        <p:nvSpPr>
          <p:cNvPr id="3" name="Picture Placeholder 2"/>
          <p:cNvSpPr>
            <a:spLocks noGrp="1" noChangeAspect="1"/>
          </p:cNvSpPr>
          <p:nvPr>
            <p:ph type="pic" idx="1" hasCustomPrompt="1"/>
          </p:nvPr>
        </p:nvSpPr>
        <p:spPr>
          <a:xfrm>
            <a:off x="0" y="0"/>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4" name="Picture Placeholder 3">
            <a:extLst>
              <a:ext uri="{FF2B5EF4-FFF2-40B4-BE49-F238E27FC236}">
                <a16:creationId xmlns:a16="http://schemas.microsoft.com/office/drawing/2014/main" id="{E59327A9-C3CC-0987-A4A6-EEF50CB52A36}"/>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30731128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tement with picture">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82AF7A81-491C-298B-D9A0-98FC1589BA4E}"/>
              </a:ext>
            </a:extLst>
          </p:cNvPr>
          <p:cNvSpPr>
            <a:spLocks noGrp="1" noChangeAspect="1"/>
          </p:cNvSpPr>
          <p:nvPr>
            <p:ph type="pic" idx="1" hasCustomPrompt="1"/>
          </p:nvPr>
        </p:nvSpPr>
        <p:spPr>
          <a:xfrm>
            <a:off x="0" y="0"/>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itle 1">
            <a:extLst>
              <a:ext uri="{FF2B5EF4-FFF2-40B4-BE49-F238E27FC236}">
                <a16:creationId xmlns:a16="http://schemas.microsoft.com/office/drawing/2014/main" id="{995C42C3-BDE5-FC9D-32D0-C389E4681933}"/>
              </a:ext>
            </a:extLst>
          </p:cNvPr>
          <p:cNvSpPr>
            <a:spLocks noGrp="1"/>
          </p:cNvSpPr>
          <p:nvPr>
            <p:ph type="title" hasCustomPrompt="1"/>
          </p:nvPr>
        </p:nvSpPr>
        <p:spPr>
          <a:xfrm>
            <a:off x="252000" y="216000"/>
            <a:ext cx="6480000" cy="1728000"/>
          </a:xfrm>
        </p:spPr>
        <p:txBody>
          <a:bodyPr/>
          <a:lstStyle>
            <a:lvl1pPr algn="l">
              <a:defRPr sz="6400">
                <a:solidFill>
                  <a:schemeClr val="tx2"/>
                </a:solidFill>
                <a:latin typeface="+mn-lt"/>
              </a:defRPr>
            </a:lvl1pPr>
          </a:lstStyle>
          <a:p>
            <a:r>
              <a:rPr lang="en-GB" dirty="0"/>
              <a:t>Click to edit title</a:t>
            </a:r>
            <a:endParaRPr lang="en-US" dirty="0"/>
          </a:p>
        </p:txBody>
      </p:sp>
      <p:sp>
        <p:nvSpPr>
          <p:cNvPr id="5" name="Picture Placeholder 4">
            <a:extLst>
              <a:ext uri="{FF2B5EF4-FFF2-40B4-BE49-F238E27FC236}">
                <a16:creationId xmlns:a16="http://schemas.microsoft.com/office/drawing/2014/main" id="{98D4F090-CD34-ED2E-27A9-9659C68A2ABB}"/>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2315538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6" name="Title 1">
            <a:extLst>
              <a:ext uri="{FF2B5EF4-FFF2-40B4-BE49-F238E27FC236}">
                <a16:creationId xmlns:a16="http://schemas.microsoft.com/office/drawing/2014/main" id="{ECEC6F6B-2C85-5CE7-3AEA-ED5DE15EF9A9}"/>
              </a:ext>
            </a:extLst>
          </p:cNvPr>
          <p:cNvSpPr>
            <a:spLocks noGrp="1"/>
          </p:cNvSpPr>
          <p:nvPr>
            <p:ph type="title" hasCustomPrompt="1"/>
          </p:nvPr>
        </p:nvSpPr>
        <p:spPr>
          <a:xfrm>
            <a:off x="1332000" y="1692000"/>
            <a:ext cx="6480000" cy="1728000"/>
          </a:xfrm>
        </p:spPr>
        <p:txBody>
          <a:bodyPr/>
          <a:lstStyle>
            <a:lvl1pPr algn="ctr">
              <a:defRPr sz="6400">
                <a:solidFill>
                  <a:schemeClr val="bg2"/>
                </a:solidFill>
                <a:latin typeface="+mn-lt"/>
              </a:defRPr>
            </a:lvl1pPr>
          </a:lstStyle>
          <a:p>
            <a:r>
              <a:rPr lang="en-GB" dirty="0"/>
              <a:t>Click to edit title</a:t>
            </a:r>
            <a:endParaRPr lang="en-US" dirty="0"/>
          </a:p>
        </p:txBody>
      </p:sp>
      <p:pic>
        <p:nvPicPr>
          <p:cNvPr id="7" name="Picture 6" descr="Logo Centric">
            <a:extLst>
              <a:ext uri="{FF2B5EF4-FFF2-40B4-BE49-F238E27FC236}">
                <a16:creationId xmlns:a16="http://schemas.microsoft.com/office/drawing/2014/main" id="{F5620D81-10E4-47AB-DCD7-E1B4A5BDB400}"/>
              </a:ext>
            </a:extLst>
          </p:cNvPr>
          <p:cNvPicPr>
            <a:picLocks noChangeAspect="1"/>
          </p:cNvPicPr>
          <p:nvPr userDrawn="1"/>
        </p:nvPicPr>
        <p:blipFill>
          <a:blip r:embed="rId3"/>
          <a:srcRect/>
          <a:stretch/>
        </p:blipFill>
        <p:spPr>
          <a:xfrm>
            <a:off x="7416801" y="4608000"/>
            <a:ext cx="1511300" cy="317500"/>
          </a:xfrm>
          <a:prstGeom prst="rect">
            <a:avLst/>
          </a:prstGeom>
        </p:spPr>
      </p:pic>
    </p:spTree>
    <p:extLst>
      <p:ext uri="{BB962C8B-B14F-4D97-AF65-F5344CB8AC3E}">
        <p14:creationId xmlns:p14="http://schemas.microsoft.com/office/powerpoint/2010/main" val="4095431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5" name="Subtitle 2">
            <a:extLst>
              <a:ext uri="{FF2B5EF4-FFF2-40B4-BE49-F238E27FC236}">
                <a16:creationId xmlns:a16="http://schemas.microsoft.com/office/drawing/2014/main" id="{3383F637-A8E0-C0BF-7CB1-D3507CDA6A72}"/>
              </a:ext>
            </a:extLst>
          </p:cNvPr>
          <p:cNvSpPr>
            <a:spLocks noGrp="1"/>
          </p:cNvSpPr>
          <p:nvPr>
            <p:ph type="subTitle" idx="1"/>
          </p:nvPr>
        </p:nvSpPr>
        <p:spPr>
          <a:xfrm>
            <a:off x="252000" y="1296000"/>
            <a:ext cx="7056000" cy="360000"/>
          </a:xfrm>
        </p:spPr>
        <p:txBody>
          <a:bodyPr anchor="t" anchorCtr="0"/>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6" name="Title 1">
            <a:extLst>
              <a:ext uri="{FF2B5EF4-FFF2-40B4-BE49-F238E27FC236}">
                <a16:creationId xmlns:a16="http://schemas.microsoft.com/office/drawing/2014/main" id="{ECEC6F6B-2C85-5CE7-3AEA-ED5DE15EF9A9}"/>
              </a:ext>
            </a:extLst>
          </p:cNvPr>
          <p:cNvSpPr>
            <a:spLocks noGrp="1"/>
          </p:cNvSpPr>
          <p:nvPr>
            <p:ph type="title" hasCustomPrompt="1"/>
          </p:nvPr>
        </p:nvSpPr>
        <p:spPr>
          <a:xfrm>
            <a:off x="252000" y="234000"/>
            <a:ext cx="7056000" cy="936000"/>
          </a:xfrm>
        </p:spPr>
        <p:txBody>
          <a:bodyPr/>
          <a:lstStyle>
            <a:lvl1pPr>
              <a:defRPr sz="6400">
                <a:latin typeface="+mn-lt"/>
              </a:defRPr>
            </a:lvl1pPr>
          </a:lstStyle>
          <a:p>
            <a:r>
              <a:rPr lang="en-GB" dirty="0"/>
              <a:t>Click to edit title</a:t>
            </a:r>
            <a:endParaRPr lang="en-US" dirty="0"/>
          </a:p>
        </p:txBody>
      </p:sp>
      <p:sp>
        <p:nvSpPr>
          <p:cNvPr id="8" name="Text Placeholder 3">
            <a:extLst>
              <a:ext uri="{FF2B5EF4-FFF2-40B4-BE49-F238E27FC236}">
                <a16:creationId xmlns:a16="http://schemas.microsoft.com/office/drawing/2014/main" id="{591A036F-1D5F-46BF-139A-DA0EEC4C53BE}"/>
              </a:ext>
            </a:extLst>
          </p:cNvPr>
          <p:cNvSpPr>
            <a:spLocks noGrp="1"/>
          </p:cNvSpPr>
          <p:nvPr>
            <p:ph type="body" sz="half" idx="13" hasCustomPrompt="1"/>
          </p:nvPr>
        </p:nvSpPr>
        <p:spPr>
          <a:xfrm>
            <a:off x="252000" y="3078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9" name="Text Placeholder 3">
            <a:extLst>
              <a:ext uri="{FF2B5EF4-FFF2-40B4-BE49-F238E27FC236}">
                <a16:creationId xmlns:a16="http://schemas.microsoft.com/office/drawing/2014/main" id="{22318CEF-C16A-0E23-8C5F-DAB6C2550C9A}"/>
              </a:ext>
            </a:extLst>
          </p:cNvPr>
          <p:cNvSpPr>
            <a:spLocks noGrp="1"/>
          </p:cNvSpPr>
          <p:nvPr>
            <p:ph type="body" sz="half" idx="14" hasCustomPrompt="1"/>
          </p:nvPr>
        </p:nvSpPr>
        <p:spPr>
          <a:xfrm>
            <a:off x="252000" y="3240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Tree>
    <p:extLst>
      <p:ext uri="{BB962C8B-B14F-4D97-AF65-F5344CB8AC3E}">
        <p14:creationId xmlns:p14="http://schemas.microsoft.com/office/powerpoint/2010/main" val="30033184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endParaRPr lang="en-GB"/>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pic>
        <p:nvPicPr>
          <p:cNvPr id="6" name="Picture 5" descr="Logo Centric">
            <a:extLst>
              <a:ext uri="{FF2B5EF4-FFF2-40B4-BE49-F238E27FC236}">
                <a16:creationId xmlns:a16="http://schemas.microsoft.com/office/drawing/2014/main" id="{0991EA91-3BF8-67F2-A1BF-291549C09172}"/>
              </a:ext>
            </a:extLst>
          </p:cNvPr>
          <p:cNvPicPr>
            <a:picLocks noChangeAspect="1"/>
          </p:cNvPicPr>
          <p:nvPr userDrawn="1"/>
        </p:nvPicPr>
        <p:blipFill>
          <a:blip r:embed="rId3"/>
          <a:srcRect/>
          <a:stretch/>
        </p:blipFill>
        <p:spPr>
          <a:xfrm>
            <a:off x="2232000" y="1984628"/>
            <a:ext cx="4508499" cy="1222644"/>
          </a:xfrm>
          <a:prstGeom prst="rect">
            <a:avLst/>
          </a:prstGeom>
        </p:spPr>
      </p:pic>
    </p:spTree>
    <p:extLst>
      <p:ext uri="{BB962C8B-B14F-4D97-AF65-F5344CB8AC3E}">
        <p14:creationId xmlns:p14="http://schemas.microsoft.com/office/powerpoint/2010/main" val="13887037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1998" y="252000"/>
            <a:ext cx="8640000" cy="2556000"/>
          </a:xfrm>
        </p:spPr>
        <p:txBody>
          <a:bodyPr anchor="t" anchorCtr="0"/>
          <a:lstStyle>
            <a:lvl1pPr algn="l">
              <a:lnSpc>
                <a:spcPct val="85000"/>
              </a:lnSpc>
              <a:defRPr sz="6400" baseline="0">
                <a:latin typeface="+mn-lt"/>
              </a:defRPr>
            </a:lvl1pPr>
          </a:lstStyle>
          <a:p>
            <a:r>
              <a:rPr lang="en-GB" dirty="0"/>
              <a:t>Click to edit Master title style</a:t>
            </a:r>
            <a:endParaRPr lang="en-US" dirty="0"/>
          </a:p>
        </p:txBody>
      </p:sp>
      <p:sp>
        <p:nvSpPr>
          <p:cNvPr id="3" name="Subtitle 2"/>
          <p:cNvSpPr>
            <a:spLocks noGrp="1"/>
          </p:cNvSpPr>
          <p:nvPr>
            <p:ph type="subTitle" idx="1"/>
          </p:nvPr>
        </p:nvSpPr>
        <p:spPr>
          <a:xfrm>
            <a:off x="252000" y="2952000"/>
            <a:ext cx="8676000" cy="324000"/>
          </a:xfrm>
        </p:spPr>
        <p:txBody>
          <a:bodyPr anchor="t" anchorCtr="0"/>
          <a:lstStyle>
            <a:lvl1pPr marL="0" indent="0" algn="l">
              <a:lnSpc>
                <a:spcPct val="100000"/>
              </a:lnSpc>
              <a:buNone/>
              <a:defRPr sz="18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ext Placeholder 3">
            <a:extLst>
              <a:ext uri="{FF2B5EF4-FFF2-40B4-BE49-F238E27FC236}">
                <a16:creationId xmlns:a16="http://schemas.microsoft.com/office/drawing/2014/main" id="{E53314C7-5664-6F59-7264-5FE43DD238CD}"/>
              </a:ext>
            </a:extLst>
          </p:cNvPr>
          <p:cNvSpPr>
            <a:spLocks noGrp="1"/>
          </p:cNvSpPr>
          <p:nvPr>
            <p:ph type="body" sz="half" idx="2"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8" name="Text Placeholder 3">
            <a:extLst>
              <a:ext uri="{FF2B5EF4-FFF2-40B4-BE49-F238E27FC236}">
                <a16:creationId xmlns:a16="http://schemas.microsoft.com/office/drawing/2014/main" id="{E05F5B59-C9F7-1443-3616-9AEACF3AEC28}"/>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pic>
        <p:nvPicPr>
          <p:cNvPr id="9" name="Picture 8" descr="Logo Centric">
            <a:extLst>
              <a:ext uri="{FF2B5EF4-FFF2-40B4-BE49-F238E27FC236}">
                <a16:creationId xmlns:a16="http://schemas.microsoft.com/office/drawing/2014/main" id="{CB596263-6F33-7F91-4A7D-E5264FE5E17A}"/>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38399565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52000" y="252000"/>
            <a:ext cx="8640000" cy="2556000"/>
          </a:xfrm>
        </p:spPr>
        <p:txBody>
          <a:bodyPr anchor="t" anchorCtr="0"/>
          <a:lstStyle>
            <a:lvl1pPr algn="l">
              <a:lnSpc>
                <a:spcPct val="85000"/>
              </a:lnSpc>
              <a:defRPr sz="6400">
                <a:latin typeface="+mn-lt"/>
              </a:defRPr>
            </a:lvl1pPr>
          </a:lstStyle>
          <a:p>
            <a:r>
              <a:rPr lang="en-GB" dirty="0"/>
              <a:t>Click to edit Master 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ext Placeholder 3">
            <a:extLst>
              <a:ext uri="{FF2B5EF4-FFF2-40B4-BE49-F238E27FC236}">
                <a16:creationId xmlns:a16="http://schemas.microsoft.com/office/drawing/2014/main" id="{E53314C7-5664-6F59-7264-5FE43DD238CD}"/>
              </a:ext>
            </a:extLst>
          </p:cNvPr>
          <p:cNvSpPr>
            <a:spLocks noGrp="1"/>
          </p:cNvSpPr>
          <p:nvPr>
            <p:ph type="body" sz="half" idx="2"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8" name="Text Placeholder 3">
            <a:extLst>
              <a:ext uri="{FF2B5EF4-FFF2-40B4-BE49-F238E27FC236}">
                <a16:creationId xmlns:a16="http://schemas.microsoft.com/office/drawing/2014/main" id="{E05F5B59-C9F7-1443-3616-9AEACF3AEC28}"/>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
        <p:nvSpPr>
          <p:cNvPr id="12" name="Subtitle 2">
            <a:extLst>
              <a:ext uri="{FF2B5EF4-FFF2-40B4-BE49-F238E27FC236}">
                <a16:creationId xmlns:a16="http://schemas.microsoft.com/office/drawing/2014/main" id="{13819DE0-028A-1893-BA8A-250C36D99740}"/>
              </a:ext>
            </a:extLst>
          </p:cNvPr>
          <p:cNvSpPr>
            <a:spLocks noGrp="1"/>
          </p:cNvSpPr>
          <p:nvPr>
            <p:ph type="subTitle" idx="1"/>
          </p:nvPr>
        </p:nvSpPr>
        <p:spPr>
          <a:xfrm>
            <a:off x="252000" y="2952000"/>
            <a:ext cx="8640000" cy="324000"/>
          </a:xfrm>
        </p:spPr>
        <p:txBody>
          <a:bodyPr anchor="t" anchorCtr="0"/>
          <a:lstStyle>
            <a:lvl1pPr marL="0" indent="0" algn="l">
              <a:lnSpc>
                <a:spcPct val="100000"/>
              </a:lnSpc>
              <a:buNone/>
              <a:defRPr sz="18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12494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52000" y="2448000"/>
            <a:ext cx="4104000" cy="504000"/>
          </a:xfrm>
        </p:spPr>
        <p:txBody>
          <a:bodyPr tIns="18000" anchor="t" anchorCtr="0"/>
          <a:lstStyle>
            <a:lvl1pPr marL="0" indent="0" algn="l">
              <a:lnSpc>
                <a:spcPct val="100000"/>
              </a:lnSpc>
              <a:buNone/>
              <a:defRPr sz="140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5" name="Footer Placeholder 4"/>
          <p:cNvSpPr>
            <a:spLocks noGrp="1"/>
          </p:cNvSpPr>
          <p:nvPr>
            <p:ph type="ftr" sz="quarter" idx="11"/>
          </p:nvPr>
        </p:nvSpPr>
        <p:spPr>
          <a:xfrm>
            <a:off x="1296000" y="5760000"/>
            <a:ext cx="4320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6" name="Slide Number Placeholder 5"/>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Picture Placeholder 2">
            <a:extLst>
              <a:ext uri="{FF2B5EF4-FFF2-40B4-BE49-F238E27FC236}">
                <a16:creationId xmlns:a16="http://schemas.microsoft.com/office/drawing/2014/main" id="{F23420D5-E2CB-4357-EA7C-8004DBC2EC41}"/>
              </a:ext>
            </a:extLst>
          </p:cNvPr>
          <p:cNvSpPr>
            <a:spLocks noGrp="1" noChangeAspect="1"/>
          </p:cNvSpPr>
          <p:nvPr>
            <p:ph type="pic" idx="14" hasCustomPrompt="1"/>
          </p:nvPr>
        </p:nvSpPr>
        <p:spPr>
          <a:xfrm>
            <a:off x="4572000" y="1"/>
            <a:ext cx="4572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9" name="Title 1">
            <a:extLst>
              <a:ext uri="{FF2B5EF4-FFF2-40B4-BE49-F238E27FC236}">
                <a16:creationId xmlns:a16="http://schemas.microsoft.com/office/drawing/2014/main" id="{2D96CC14-F405-F411-359F-C7E48914D33D}"/>
              </a:ext>
            </a:extLst>
          </p:cNvPr>
          <p:cNvSpPr>
            <a:spLocks noGrp="1"/>
          </p:cNvSpPr>
          <p:nvPr>
            <p:ph type="ctrTitle"/>
          </p:nvPr>
        </p:nvSpPr>
        <p:spPr>
          <a:xfrm>
            <a:off x="252000" y="252000"/>
            <a:ext cx="4104000" cy="2088000"/>
          </a:xfrm>
        </p:spPr>
        <p:txBody>
          <a:bodyPr tIns="0" anchor="t" anchorCtr="0"/>
          <a:lstStyle>
            <a:lvl1pPr algn="l">
              <a:lnSpc>
                <a:spcPct val="85000"/>
              </a:lnSpc>
              <a:defRPr sz="5200">
                <a:solidFill>
                  <a:schemeClr val="accent1"/>
                </a:solidFill>
                <a:latin typeface="+mn-lt"/>
              </a:defRPr>
            </a:lvl1pPr>
          </a:lstStyle>
          <a:p>
            <a:r>
              <a:rPr lang="en-GB"/>
              <a:t>Click to edit Master title style</a:t>
            </a:r>
            <a:endParaRPr lang="en-US" dirty="0"/>
          </a:p>
        </p:txBody>
      </p:sp>
      <p:sp>
        <p:nvSpPr>
          <p:cNvPr id="10" name="Text Placeholder 3">
            <a:extLst>
              <a:ext uri="{FF2B5EF4-FFF2-40B4-BE49-F238E27FC236}">
                <a16:creationId xmlns:a16="http://schemas.microsoft.com/office/drawing/2014/main" id="{215BB518-037D-1621-AEF1-384785185939}"/>
              </a:ext>
            </a:extLst>
          </p:cNvPr>
          <p:cNvSpPr>
            <a:spLocks noGrp="1"/>
          </p:cNvSpPr>
          <p:nvPr>
            <p:ph type="body" sz="half" idx="15" hasCustomPrompt="1"/>
          </p:nvPr>
        </p:nvSpPr>
        <p:spPr>
          <a:xfrm>
            <a:off x="252000" y="4320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11" name="Text Placeholder 3">
            <a:extLst>
              <a:ext uri="{FF2B5EF4-FFF2-40B4-BE49-F238E27FC236}">
                <a16:creationId xmlns:a16="http://schemas.microsoft.com/office/drawing/2014/main" id="{A2B96E1A-22AA-90B9-BD0D-646C1546606F}"/>
              </a:ext>
            </a:extLst>
          </p:cNvPr>
          <p:cNvSpPr>
            <a:spLocks noGrp="1"/>
          </p:cNvSpPr>
          <p:nvPr>
            <p:ph type="body" sz="half" idx="13" hasCustomPrompt="1"/>
          </p:nvPr>
        </p:nvSpPr>
        <p:spPr>
          <a:xfrm>
            <a:off x="252000" y="4482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
        <p:nvSpPr>
          <p:cNvPr id="2" name="Picture Placeholder 1">
            <a:extLst>
              <a:ext uri="{FF2B5EF4-FFF2-40B4-BE49-F238E27FC236}">
                <a16:creationId xmlns:a16="http://schemas.microsoft.com/office/drawing/2014/main" id="{C8195C08-AA8C-D505-DB99-C1FAFE7719A8}"/>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19717732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able of contents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0"/>
            <a:ext cx="2736000" cy="864000"/>
          </a:xfrm>
        </p:spPr>
        <p:txBody>
          <a:bodyPr/>
          <a:lstStyle/>
          <a:p>
            <a:r>
              <a:rPr lang="en-GB"/>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ext Placeholder 3">
            <a:extLst>
              <a:ext uri="{FF2B5EF4-FFF2-40B4-BE49-F238E27FC236}">
                <a16:creationId xmlns:a16="http://schemas.microsoft.com/office/drawing/2014/main" id="{565DFEB9-4FDE-91A6-E3C8-7C88F27DA5DC}"/>
              </a:ext>
            </a:extLst>
          </p:cNvPr>
          <p:cNvSpPr>
            <a:spLocks noGrp="1"/>
          </p:cNvSpPr>
          <p:nvPr>
            <p:ph type="body" sz="half" idx="2" hasCustomPrompt="1"/>
          </p:nvPr>
        </p:nvSpPr>
        <p:spPr>
          <a:xfrm>
            <a:off x="3132000" y="360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3" name="Text Placeholder 3">
            <a:extLst>
              <a:ext uri="{FF2B5EF4-FFF2-40B4-BE49-F238E27FC236}">
                <a16:creationId xmlns:a16="http://schemas.microsoft.com/office/drawing/2014/main" id="{430EAFB6-0BC0-F675-0A50-94C04BC2E289}"/>
              </a:ext>
            </a:extLst>
          </p:cNvPr>
          <p:cNvSpPr>
            <a:spLocks noGrp="1"/>
          </p:cNvSpPr>
          <p:nvPr>
            <p:ph type="body" sz="half" idx="13"/>
          </p:nvPr>
        </p:nvSpPr>
        <p:spPr>
          <a:xfrm>
            <a:off x="6695999" y="359999"/>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cxnSp>
        <p:nvCxnSpPr>
          <p:cNvPr id="9" name="Straight Connector 8">
            <a:extLst>
              <a:ext uri="{FF2B5EF4-FFF2-40B4-BE49-F238E27FC236}">
                <a16:creationId xmlns:a16="http://schemas.microsoft.com/office/drawing/2014/main" id="{6056D8B8-0FDB-ACD5-E7C1-67A5AD103D71}"/>
              </a:ext>
            </a:extLst>
          </p:cNvPr>
          <p:cNvCxnSpPr/>
          <p:nvPr userDrawn="1"/>
        </p:nvCxnSpPr>
        <p:spPr>
          <a:xfrm>
            <a:off x="3131999" y="252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D73CB6B-B235-4D2A-EBC4-ADBA4A81DE61}"/>
              </a:ext>
            </a:extLst>
          </p:cNvPr>
          <p:cNvCxnSpPr/>
          <p:nvPr userDrawn="1"/>
        </p:nvCxnSpPr>
        <p:spPr>
          <a:xfrm>
            <a:off x="3131999" y="1008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433D9E1A-22B0-FD76-9825-A3E96AD35376}"/>
              </a:ext>
            </a:extLst>
          </p:cNvPr>
          <p:cNvSpPr>
            <a:spLocks noGrp="1"/>
          </p:cNvSpPr>
          <p:nvPr>
            <p:ph type="body" sz="half" idx="14" hasCustomPrompt="1"/>
          </p:nvPr>
        </p:nvSpPr>
        <p:spPr>
          <a:xfrm>
            <a:off x="3132000" y="1116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12" name="Text Placeholder 3">
            <a:extLst>
              <a:ext uri="{FF2B5EF4-FFF2-40B4-BE49-F238E27FC236}">
                <a16:creationId xmlns:a16="http://schemas.microsoft.com/office/drawing/2014/main" id="{73826744-64FB-2CAE-861C-095C7C482855}"/>
              </a:ext>
            </a:extLst>
          </p:cNvPr>
          <p:cNvSpPr>
            <a:spLocks noGrp="1"/>
          </p:cNvSpPr>
          <p:nvPr>
            <p:ph type="body" sz="half" idx="15"/>
          </p:nvPr>
        </p:nvSpPr>
        <p:spPr>
          <a:xfrm>
            <a:off x="6695999" y="1116000"/>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cxnSp>
        <p:nvCxnSpPr>
          <p:cNvPr id="16" name="Straight Connector 15">
            <a:extLst>
              <a:ext uri="{FF2B5EF4-FFF2-40B4-BE49-F238E27FC236}">
                <a16:creationId xmlns:a16="http://schemas.microsoft.com/office/drawing/2014/main" id="{401C0F4E-ED47-D996-ED31-C6A00B5F23E6}"/>
              </a:ext>
            </a:extLst>
          </p:cNvPr>
          <p:cNvCxnSpPr/>
          <p:nvPr userDrawn="1"/>
        </p:nvCxnSpPr>
        <p:spPr>
          <a:xfrm>
            <a:off x="3131999" y="1764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77F6A38-5800-2154-E34D-42F0692F7168}"/>
              </a:ext>
            </a:extLst>
          </p:cNvPr>
          <p:cNvSpPr>
            <a:spLocks noGrp="1"/>
          </p:cNvSpPr>
          <p:nvPr>
            <p:ph type="body" sz="half" idx="16" hasCustomPrompt="1"/>
          </p:nvPr>
        </p:nvSpPr>
        <p:spPr>
          <a:xfrm>
            <a:off x="3132000" y="1872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18" name="Text Placeholder 3">
            <a:extLst>
              <a:ext uri="{FF2B5EF4-FFF2-40B4-BE49-F238E27FC236}">
                <a16:creationId xmlns:a16="http://schemas.microsoft.com/office/drawing/2014/main" id="{23E85967-C4CE-A87E-F21B-7BC5592EBD25}"/>
              </a:ext>
            </a:extLst>
          </p:cNvPr>
          <p:cNvSpPr>
            <a:spLocks noGrp="1"/>
          </p:cNvSpPr>
          <p:nvPr>
            <p:ph type="body" sz="half" idx="17"/>
          </p:nvPr>
        </p:nvSpPr>
        <p:spPr>
          <a:xfrm>
            <a:off x="6695999" y="1872000"/>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cxnSp>
        <p:nvCxnSpPr>
          <p:cNvPr id="19" name="Straight Connector 18">
            <a:extLst>
              <a:ext uri="{FF2B5EF4-FFF2-40B4-BE49-F238E27FC236}">
                <a16:creationId xmlns:a16="http://schemas.microsoft.com/office/drawing/2014/main" id="{2B4DC7B7-18DA-DA84-E0C9-506389A98EB8}"/>
              </a:ext>
            </a:extLst>
          </p:cNvPr>
          <p:cNvCxnSpPr/>
          <p:nvPr userDrawn="1"/>
        </p:nvCxnSpPr>
        <p:spPr>
          <a:xfrm>
            <a:off x="3131999" y="2520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3124D213-E2B3-AC41-D8E6-94E86BB18C17}"/>
              </a:ext>
            </a:extLst>
          </p:cNvPr>
          <p:cNvSpPr>
            <a:spLocks noGrp="1"/>
          </p:cNvSpPr>
          <p:nvPr>
            <p:ph type="body" sz="half" idx="18" hasCustomPrompt="1"/>
          </p:nvPr>
        </p:nvSpPr>
        <p:spPr>
          <a:xfrm>
            <a:off x="3132000" y="2628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1" name="Text Placeholder 3">
            <a:extLst>
              <a:ext uri="{FF2B5EF4-FFF2-40B4-BE49-F238E27FC236}">
                <a16:creationId xmlns:a16="http://schemas.microsoft.com/office/drawing/2014/main" id="{0547D4FA-793D-7EC7-8CFF-86284E8AFCB1}"/>
              </a:ext>
            </a:extLst>
          </p:cNvPr>
          <p:cNvSpPr>
            <a:spLocks noGrp="1"/>
          </p:cNvSpPr>
          <p:nvPr>
            <p:ph type="body" sz="half" idx="19"/>
          </p:nvPr>
        </p:nvSpPr>
        <p:spPr>
          <a:xfrm>
            <a:off x="6695999" y="2628000"/>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cxnSp>
        <p:nvCxnSpPr>
          <p:cNvPr id="22" name="Straight Connector 21">
            <a:extLst>
              <a:ext uri="{FF2B5EF4-FFF2-40B4-BE49-F238E27FC236}">
                <a16:creationId xmlns:a16="http://schemas.microsoft.com/office/drawing/2014/main" id="{27FBC72E-9329-170A-CA52-62612BAD2F4D}"/>
              </a:ext>
            </a:extLst>
          </p:cNvPr>
          <p:cNvCxnSpPr/>
          <p:nvPr userDrawn="1"/>
        </p:nvCxnSpPr>
        <p:spPr>
          <a:xfrm>
            <a:off x="3131999" y="3276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Text Placeholder 3">
            <a:extLst>
              <a:ext uri="{FF2B5EF4-FFF2-40B4-BE49-F238E27FC236}">
                <a16:creationId xmlns:a16="http://schemas.microsoft.com/office/drawing/2014/main" id="{8F4A63A7-ADCA-A92B-7E89-721912ABCCF9}"/>
              </a:ext>
            </a:extLst>
          </p:cNvPr>
          <p:cNvSpPr>
            <a:spLocks noGrp="1"/>
          </p:cNvSpPr>
          <p:nvPr>
            <p:ph type="body" sz="half" idx="20" hasCustomPrompt="1"/>
          </p:nvPr>
        </p:nvSpPr>
        <p:spPr>
          <a:xfrm>
            <a:off x="3132000" y="3384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4" name="Text Placeholder 3">
            <a:extLst>
              <a:ext uri="{FF2B5EF4-FFF2-40B4-BE49-F238E27FC236}">
                <a16:creationId xmlns:a16="http://schemas.microsoft.com/office/drawing/2014/main" id="{85415BEE-4B46-ACB9-58E2-43B8ACA37C13}"/>
              </a:ext>
            </a:extLst>
          </p:cNvPr>
          <p:cNvSpPr>
            <a:spLocks noGrp="1"/>
          </p:cNvSpPr>
          <p:nvPr>
            <p:ph type="body" sz="half" idx="21"/>
          </p:nvPr>
        </p:nvSpPr>
        <p:spPr>
          <a:xfrm>
            <a:off x="6695999" y="3384000"/>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cxnSp>
        <p:nvCxnSpPr>
          <p:cNvPr id="25" name="Straight Connector 24">
            <a:extLst>
              <a:ext uri="{FF2B5EF4-FFF2-40B4-BE49-F238E27FC236}">
                <a16:creationId xmlns:a16="http://schemas.microsoft.com/office/drawing/2014/main" id="{72F2D31E-7F15-D443-5E9C-D253DDB82A37}"/>
              </a:ext>
            </a:extLst>
          </p:cNvPr>
          <p:cNvCxnSpPr/>
          <p:nvPr userDrawn="1"/>
        </p:nvCxnSpPr>
        <p:spPr>
          <a:xfrm>
            <a:off x="3131999" y="4032000"/>
            <a:ext cx="576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1403A5A5-DF2C-D566-8861-1AC22F12D9C2}"/>
              </a:ext>
            </a:extLst>
          </p:cNvPr>
          <p:cNvSpPr>
            <a:spLocks noGrp="1"/>
          </p:cNvSpPr>
          <p:nvPr>
            <p:ph type="body" sz="half" idx="22" hasCustomPrompt="1"/>
          </p:nvPr>
        </p:nvSpPr>
        <p:spPr>
          <a:xfrm>
            <a:off x="3132000" y="4140000"/>
            <a:ext cx="3505079" cy="540000"/>
          </a:xfrm>
        </p:spPr>
        <p:txBody>
          <a:bodyPr/>
          <a:lstStyle>
            <a:lvl1pPr marL="684000" indent="-684000" defTabSz="288000">
              <a:lnSpc>
                <a:spcPct val="85000"/>
              </a:lnSpc>
              <a:buNone/>
              <a:tabLst>
                <a:tab pos="684000" algn="l"/>
              </a:tabLst>
              <a:defRPr sz="18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 use the tab key to enter a tab</a:t>
            </a:r>
          </a:p>
        </p:txBody>
      </p:sp>
      <p:sp>
        <p:nvSpPr>
          <p:cNvPr id="27" name="Text Placeholder 3">
            <a:extLst>
              <a:ext uri="{FF2B5EF4-FFF2-40B4-BE49-F238E27FC236}">
                <a16:creationId xmlns:a16="http://schemas.microsoft.com/office/drawing/2014/main" id="{3B497F1D-A8F6-C245-1C59-C961C7EB20A5}"/>
              </a:ext>
            </a:extLst>
          </p:cNvPr>
          <p:cNvSpPr>
            <a:spLocks noGrp="1"/>
          </p:cNvSpPr>
          <p:nvPr>
            <p:ph type="body" sz="half" idx="23"/>
          </p:nvPr>
        </p:nvSpPr>
        <p:spPr>
          <a:xfrm>
            <a:off x="6695999" y="4140000"/>
            <a:ext cx="2195999" cy="612000"/>
          </a:xfrm>
        </p:spPr>
        <p:txBody>
          <a:bodyPr/>
          <a:lstStyle>
            <a:lvl1pPr marL="0" indent="0" defTabSz="288000">
              <a:lnSpc>
                <a:spcPct val="100000"/>
              </a:lnSpc>
              <a:buNone/>
              <a:tabLst>
                <a:tab pos="288000" algn="l"/>
              </a:tabLst>
              <a:defRPr sz="1200">
                <a:solidFill>
                  <a:schemeClr val="bg2">
                    <a:alpha val="7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23808389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of contents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0"/>
            <a:ext cx="3456000" cy="864000"/>
          </a:xfrm>
        </p:spPr>
        <p:txBody>
          <a:bodyPr/>
          <a:lstStyle/>
          <a:p>
            <a:r>
              <a:rPr lang="en-GB"/>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ext Placeholder 3">
            <a:extLst>
              <a:ext uri="{FF2B5EF4-FFF2-40B4-BE49-F238E27FC236}">
                <a16:creationId xmlns:a16="http://schemas.microsoft.com/office/drawing/2014/main" id="{565DFEB9-4FDE-91A6-E3C8-7C88F27DA5DC}"/>
              </a:ext>
            </a:extLst>
          </p:cNvPr>
          <p:cNvSpPr>
            <a:spLocks noGrp="1"/>
          </p:cNvSpPr>
          <p:nvPr>
            <p:ph type="body" sz="half" idx="2" hasCustomPrompt="1"/>
          </p:nvPr>
        </p:nvSpPr>
        <p:spPr>
          <a:xfrm>
            <a:off x="3852001" y="954000"/>
            <a:ext cx="5039998" cy="3600000"/>
          </a:xfrm>
        </p:spPr>
        <p:txBody>
          <a:bodyPr/>
          <a:lstStyle>
            <a:lvl1pPr marL="360000" indent="-360000" defTabSz="288000">
              <a:lnSpc>
                <a:spcPct val="100000"/>
              </a:lnSpc>
              <a:buFont typeface="+mj-lt"/>
              <a:buAutoNum type="arabicPeriod"/>
              <a:tabLst>
                <a:tab pos="288000" algn="l"/>
              </a:tabLst>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content</a:t>
            </a:r>
          </a:p>
        </p:txBody>
      </p:sp>
    </p:spTree>
    <p:extLst>
      <p:ext uri="{BB962C8B-B14F-4D97-AF65-F5344CB8AC3E}">
        <p14:creationId xmlns:p14="http://schemas.microsoft.com/office/powerpoint/2010/main" val="21379118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2001" y="216001"/>
            <a:ext cx="8640000" cy="503999"/>
          </a:xfrm>
        </p:spPr>
        <p:txBody>
          <a:bodyPr/>
          <a:lstStyle/>
          <a:p>
            <a:r>
              <a:rPr lang="en-GB"/>
              <a:t>Click to edit Master title style</a:t>
            </a:r>
            <a:endParaRPr lang="en-US" dirty="0"/>
          </a:p>
        </p:txBody>
      </p:sp>
      <p:sp>
        <p:nvSpPr>
          <p:cNvPr id="3" name="Content Placeholder 2"/>
          <p:cNvSpPr>
            <a:spLocks noGrp="1"/>
          </p:cNvSpPr>
          <p:nvPr>
            <p:ph idx="1"/>
          </p:nvPr>
        </p:nvSpPr>
        <p:spPr>
          <a:xfrm>
            <a:off x="252000" y="936000"/>
            <a:ext cx="5760000" cy="36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2252056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2000" y="1332000"/>
            <a:ext cx="4140000" cy="320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2000" y="1332000"/>
            <a:ext cx="4140000" cy="320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13981387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s connec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52000" y="1332000"/>
            <a:ext cx="8640000" cy="3204000"/>
          </a:xfrm>
        </p:spPr>
        <p:txBody>
          <a:bodyPr numCol="2" spcCol="360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15848856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with chart or table">
    <p:spTree>
      <p:nvGrpSpPr>
        <p:cNvPr id="1" name=""/>
        <p:cNvGrpSpPr/>
        <p:nvPr/>
      </p:nvGrpSpPr>
      <p:grpSpPr>
        <a:xfrm>
          <a:off x="0" y="0"/>
          <a:ext cx="0" cy="0"/>
          <a:chOff x="0" y="0"/>
          <a:chExt cx="0" cy="0"/>
        </a:xfrm>
      </p:grpSpPr>
      <p:sp>
        <p:nvSpPr>
          <p:cNvPr id="2" name="Title 1"/>
          <p:cNvSpPr>
            <a:spLocks noGrp="1"/>
          </p:cNvSpPr>
          <p:nvPr>
            <p:ph type="title"/>
          </p:nvPr>
        </p:nvSpPr>
        <p:spPr>
          <a:xfrm>
            <a:off x="252000" y="216001"/>
            <a:ext cx="8639999" cy="503999"/>
          </a:xfrm>
        </p:spPr>
        <p:txBody>
          <a:bodyPr/>
          <a:lstStyle/>
          <a:p>
            <a:r>
              <a:rPr lang="en-GB"/>
              <a:t>Click to edit Master title style</a:t>
            </a:r>
            <a:endParaRPr lang="en-US" dirty="0"/>
          </a:p>
        </p:txBody>
      </p:sp>
      <p:sp>
        <p:nvSpPr>
          <p:cNvPr id="3" name="Content Placeholder 2"/>
          <p:cNvSpPr>
            <a:spLocks noGrp="1"/>
          </p:cNvSpPr>
          <p:nvPr>
            <p:ph idx="1" hasCustomPrompt="1"/>
          </p:nvPr>
        </p:nvSpPr>
        <p:spPr>
          <a:xfrm>
            <a:off x="3383999" y="936000"/>
            <a:ext cx="5508001" cy="3311999"/>
          </a:xfrm>
        </p:spPr>
        <p:txBody>
          <a:bodyPr/>
          <a:lstStyle/>
          <a:p>
            <a:pPr lvl="0"/>
            <a:r>
              <a:rPr lang="en-GB" dirty="0"/>
              <a:t> </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9" name="Text Placeholder 8">
            <a:extLst>
              <a:ext uri="{FF2B5EF4-FFF2-40B4-BE49-F238E27FC236}">
                <a16:creationId xmlns:a16="http://schemas.microsoft.com/office/drawing/2014/main" id="{72FBA2A4-5685-8437-E466-66C84D7F2CD7}"/>
              </a:ext>
            </a:extLst>
          </p:cNvPr>
          <p:cNvSpPr>
            <a:spLocks noGrp="1"/>
          </p:cNvSpPr>
          <p:nvPr>
            <p:ph type="body" sz="quarter" idx="13"/>
          </p:nvPr>
        </p:nvSpPr>
        <p:spPr>
          <a:xfrm>
            <a:off x="252000" y="936000"/>
            <a:ext cx="2958870" cy="3600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3701330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562D4CE-2434-DEFE-51F6-EC01CC738A18}"/>
              </a:ext>
            </a:extLst>
          </p:cNvPr>
          <p:cNvSpPr>
            <a:spLocks noGrp="1" noChangeAspect="1"/>
          </p:cNvSpPr>
          <p:nvPr>
            <p:ph type="pic" idx="14" hasCustomPrompt="1"/>
          </p:nvPr>
        </p:nvSpPr>
        <p:spPr>
          <a:xfrm>
            <a:off x="4572000" y="1"/>
            <a:ext cx="4572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 name="Title 1"/>
          <p:cNvSpPr>
            <a:spLocks noGrp="1"/>
          </p:cNvSpPr>
          <p:nvPr>
            <p:ph type="title"/>
          </p:nvPr>
        </p:nvSpPr>
        <p:spPr>
          <a:xfrm>
            <a:off x="252001" y="216001"/>
            <a:ext cx="4031998" cy="1296000"/>
          </a:xfrm>
        </p:spPr>
        <p:txBody>
          <a:bodyPr/>
          <a:lstStyle/>
          <a:p>
            <a:r>
              <a:rPr lang="en-GB"/>
              <a:t>Click to edit Master title style</a:t>
            </a:r>
            <a:endParaRPr lang="en-US" dirty="0"/>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11" name="Text Placeholder 8">
            <a:extLst>
              <a:ext uri="{FF2B5EF4-FFF2-40B4-BE49-F238E27FC236}">
                <a16:creationId xmlns:a16="http://schemas.microsoft.com/office/drawing/2014/main" id="{BA73F0C7-818E-5495-C7B8-3118C3181D73}"/>
              </a:ext>
            </a:extLst>
          </p:cNvPr>
          <p:cNvSpPr>
            <a:spLocks noGrp="1"/>
          </p:cNvSpPr>
          <p:nvPr>
            <p:ph type="body" sz="quarter" idx="13"/>
          </p:nvPr>
        </p:nvSpPr>
        <p:spPr>
          <a:xfrm>
            <a:off x="252000" y="1692000"/>
            <a:ext cx="4031998" cy="284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 name="Picture Placeholder 2">
            <a:extLst>
              <a:ext uri="{FF2B5EF4-FFF2-40B4-BE49-F238E27FC236}">
                <a16:creationId xmlns:a16="http://schemas.microsoft.com/office/drawing/2014/main" id="{FE39340D-8A82-E9ED-BE9E-CF30CC14223C}"/>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5950779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picture beneath">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AAD38BD-4F40-F3BC-47FE-28AE963CE36F}"/>
              </a:ext>
            </a:extLst>
          </p:cNvPr>
          <p:cNvSpPr>
            <a:spLocks noGrp="1"/>
          </p:cNvSpPr>
          <p:nvPr>
            <p:ph type="pic" idx="14" hasCustomPrompt="1"/>
          </p:nvPr>
        </p:nvSpPr>
        <p:spPr>
          <a:xfrm>
            <a:off x="-1" y="2569500"/>
            <a:ext cx="9144001" cy="2574000"/>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8" name="Title 1">
            <a:extLst>
              <a:ext uri="{FF2B5EF4-FFF2-40B4-BE49-F238E27FC236}">
                <a16:creationId xmlns:a16="http://schemas.microsoft.com/office/drawing/2014/main" id="{1A19B1A0-72F2-980B-EEB6-5A7FDB22514D}"/>
              </a:ext>
            </a:extLst>
          </p:cNvPr>
          <p:cNvSpPr>
            <a:spLocks noGrp="1"/>
          </p:cNvSpPr>
          <p:nvPr>
            <p:ph type="title"/>
          </p:nvPr>
        </p:nvSpPr>
        <p:spPr>
          <a:xfrm>
            <a:off x="252001" y="216000"/>
            <a:ext cx="4212000" cy="2088000"/>
          </a:xfrm>
        </p:spPr>
        <p:txBody>
          <a:bodyPr/>
          <a:lstStyle/>
          <a:p>
            <a:r>
              <a:rPr lang="en-GB"/>
              <a:t>Click to edit Master title style</a:t>
            </a:r>
            <a:endParaRPr lang="en-US" dirty="0"/>
          </a:p>
        </p:txBody>
      </p:sp>
      <p:sp>
        <p:nvSpPr>
          <p:cNvPr id="10" name="Text Placeholder 8">
            <a:extLst>
              <a:ext uri="{FF2B5EF4-FFF2-40B4-BE49-F238E27FC236}">
                <a16:creationId xmlns:a16="http://schemas.microsoft.com/office/drawing/2014/main" id="{D1485124-9743-6B92-1D48-2341FA0B2554}"/>
              </a:ext>
            </a:extLst>
          </p:cNvPr>
          <p:cNvSpPr>
            <a:spLocks noGrp="1"/>
          </p:cNvSpPr>
          <p:nvPr>
            <p:ph type="body" sz="quarter" idx="13"/>
          </p:nvPr>
        </p:nvSpPr>
        <p:spPr>
          <a:xfrm>
            <a:off x="4680000" y="180000"/>
            <a:ext cx="4212000" cy="2124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 name="Picture Placeholder 2">
            <a:extLst>
              <a:ext uri="{FF2B5EF4-FFF2-40B4-BE49-F238E27FC236}">
                <a16:creationId xmlns:a16="http://schemas.microsoft.com/office/drawing/2014/main" id="{CFB0B68A-2508-7CAB-F586-37936D6C9FD9}"/>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31731971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with picture above">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9" name="Picture Placeholder 2">
            <a:extLst>
              <a:ext uri="{FF2B5EF4-FFF2-40B4-BE49-F238E27FC236}">
                <a16:creationId xmlns:a16="http://schemas.microsoft.com/office/drawing/2014/main" id="{EAAD38BD-4F40-F3BC-47FE-28AE963CE36F}"/>
              </a:ext>
            </a:extLst>
          </p:cNvPr>
          <p:cNvSpPr>
            <a:spLocks noGrp="1"/>
          </p:cNvSpPr>
          <p:nvPr>
            <p:ph type="pic" idx="14" hasCustomPrompt="1"/>
          </p:nvPr>
        </p:nvSpPr>
        <p:spPr>
          <a:xfrm>
            <a:off x="0" y="0"/>
            <a:ext cx="9144000" cy="2574000"/>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8" name="Title 1">
            <a:extLst>
              <a:ext uri="{FF2B5EF4-FFF2-40B4-BE49-F238E27FC236}">
                <a16:creationId xmlns:a16="http://schemas.microsoft.com/office/drawing/2014/main" id="{6ECBBCDA-95AD-FDBC-5882-8BB5D8152500}"/>
              </a:ext>
            </a:extLst>
          </p:cNvPr>
          <p:cNvSpPr>
            <a:spLocks noGrp="1"/>
          </p:cNvSpPr>
          <p:nvPr>
            <p:ph type="title"/>
          </p:nvPr>
        </p:nvSpPr>
        <p:spPr>
          <a:xfrm>
            <a:off x="252001" y="2880000"/>
            <a:ext cx="4212000" cy="1656000"/>
          </a:xfrm>
        </p:spPr>
        <p:txBody>
          <a:bodyPr/>
          <a:lstStyle/>
          <a:p>
            <a:r>
              <a:rPr lang="en-GB"/>
              <a:t>Click to edit Master title style</a:t>
            </a:r>
            <a:endParaRPr lang="en-US" dirty="0"/>
          </a:p>
        </p:txBody>
      </p:sp>
      <p:sp>
        <p:nvSpPr>
          <p:cNvPr id="10" name="Text Placeholder 8">
            <a:extLst>
              <a:ext uri="{FF2B5EF4-FFF2-40B4-BE49-F238E27FC236}">
                <a16:creationId xmlns:a16="http://schemas.microsoft.com/office/drawing/2014/main" id="{FB5BEE16-88D6-4789-8034-C2A08676BAF3}"/>
              </a:ext>
            </a:extLst>
          </p:cNvPr>
          <p:cNvSpPr>
            <a:spLocks noGrp="1"/>
          </p:cNvSpPr>
          <p:nvPr>
            <p:ph type="body" sz="quarter" idx="13"/>
          </p:nvPr>
        </p:nvSpPr>
        <p:spPr>
          <a:xfrm>
            <a:off x="4680000" y="2844000"/>
            <a:ext cx="4212000" cy="169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9253683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a:xfrm>
            <a:off x="252000" y="216000"/>
            <a:ext cx="8639999" cy="864000"/>
          </a:xfrm>
        </p:spPr>
        <p:txBody>
          <a:body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7" name="Table Placeholder 6">
            <a:extLst>
              <a:ext uri="{FF2B5EF4-FFF2-40B4-BE49-F238E27FC236}">
                <a16:creationId xmlns:a16="http://schemas.microsoft.com/office/drawing/2014/main" id="{F43B14CC-0B99-98DF-1A7C-6921C2CE6036}"/>
              </a:ext>
            </a:extLst>
          </p:cNvPr>
          <p:cNvSpPr>
            <a:spLocks noGrp="1"/>
          </p:cNvSpPr>
          <p:nvPr>
            <p:ph type="tbl" sz="quarter" idx="13"/>
          </p:nvPr>
        </p:nvSpPr>
        <p:spPr>
          <a:xfrm>
            <a:off x="252000" y="1332000"/>
            <a:ext cx="8640000" cy="3204000"/>
          </a:xfrm>
        </p:spPr>
        <p:txBody>
          <a:bodyPr/>
          <a:lstStyle/>
          <a:p>
            <a:r>
              <a:rPr lang="en-GB"/>
              <a:t>Click icon to add table</a:t>
            </a:r>
          </a:p>
        </p:txBody>
      </p:sp>
    </p:spTree>
    <p:extLst>
      <p:ext uri="{BB962C8B-B14F-4D97-AF65-F5344CB8AC3E}">
        <p14:creationId xmlns:p14="http://schemas.microsoft.com/office/powerpoint/2010/main" val="207026436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a:xfrm>
            <a:off x="252000" y="216000"/>
            <a:ext cx="8639999" cy="864000"/>
          </a:xfrm>
        </p:spPr>
        <p:txBody>
          <a:body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7" name="Chart Placeholder 6">
            <a:extLst>
              <a:ext uri="{FF2B5EF4-FFF2-40B4-BE49-F238E27FC236}">
                <a16:creationId xmlns:a16="http://schemas.microsoft.com/office/drawing/2014/main" id="{99EDC94A-C31D-E2A0-398B-DA4527367F31}"/>
              </a:ext>
            </a:extLst>
          </p:cNvPr>
          <p:cNvSpPr>
            <a:spLocks noGrp="1"/>
          </p:cNvSpPr>
          <p:nvPr>
            <p:ph type="chart" sz="quarter" idx="13"/>
          </p:nvPr>
        </p:nvSpPr>
        <p:spPr>
          <a:xfrm>
            <a:off x="252000" y="1332000"/>
            <a:ext cx="8640000" cy="3204000"/>
          </a:xfrm>
        </p:spPr>
        <p:txBody>
          <a:bodyPr/>
          <a:lstStyle/>
          <a:p>
            <a:r>
              <a:rPr lang="en-GB"/>
              <a:t>Click icon to add chart</a:t>
            </a:r>
          </a:p>
        </p:txBody>
      </p:sp>
    </p:spTree>
    <p:extLst>
      <p:ext uri="{BB962C8B-B14F-4D97-AF65-F5344CB8AC3E}">
        <p14:creationId xmlns:p14="http://schemas.microsoft.com/office/powerpoint/2010/main" val="231984513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pic>
        <p:nvPicPr>
          <p:cNvPr id="10" name="Picture 9" descr="Logo Centric">
            <a:extLst>
              <a:ext uri="{FF2B5EF4-FFF2-40B4-BE49-F238E27FC236}">
                <a16:creationId xmlns:a16="http://schemas.microsoft.com/office/drawing/2014/main" id="{4FB381AC-889F-6AEB-E970-020399A7E992}"/>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11690335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spTree>
    <p:extLst>
      <p:ext uri="{BB962C8B-B14F-4D97-AF65-F5344CB8AC3E}">
        <p14:creationId xmlns:p14="http://schemas.microsoft.com/office/powerpoint/2010/main" val="13004710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with intro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sp>
        <p:nvSpPr>
          <p:cNvPr id="9" name="Text Placeholder 8">
            <a:extLst>
              <a:ext uri="{FF2B5EF4-FFF2-40B4-BE49-F238E27FC236}">
                <a16:creationId xmlns:a16="http://schemas.microsoft.com/office/drawing/2014/main" id="{3EB00BE6-DC65-5161-D694-3E3AE858E1A6}"/>
              </a:ext>
            </a:extLst>
          </p:cNvPr>
          <p:cNvSpPr>
            <a:spLocks noGrp="1"/>
          </p:cNvSpPr>
          <p:nvPr>
            <p:ph type="body" sz="quarter" idx="13"/>
          </p:nvPr>
        </p:nvSpPr>
        <p:spPr>
          <a:xfrm>
            <a:off x="4680000" y="2448000"/>
            <a:ext cx="4212000" cy="1546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pic>
        <p:nvPicPr>
          <p:cNvPr id="2" name="Picture 1" descr="Logo Centric">
            <a:extLst>
              <a:ext uri="{FF2B5EF4-FFF2-40B4-BE49-F238E27FC236}">
                <a16:creationId xmlns:a16="http://schemas.microsoft.com/office/drawing/2014/main" id="{9024A2F1-099C-AF85-45AD-1DA1FDA7D411}"/>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20669785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with intro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sp>
        <p:nvSpPr>
          <p:cNvPr id="9" name="Text Placeholder 8">
            <a:extLst>
              <a:ext uri="{FF2B5EF4-FFF2-40B4-BE49-F238E27FC236}">
                <a16:creationId xmlns:a16="http://schemas.microsoft.com/office/drawing/2014/main" id="{3EB00BE6-DC65-5161-D694-3E3AE858E1A6}"/>
              </a:ext>
            </a:extLst>
          </p:cNvPr>
          <p:cNvSpPr>
            <a:spLocks noGrp="1"/>
          </p:cNvSpPr>
          <p:nvPr>
            <p:ph type="body" sz="quarter" idx="13"/>
          </p:nvPr>
        </p:nvSpPr>
        <p:spPr>
          <a:xfrm>
            <a:off x="252000" y="2448000"/>
            <a:ext cx="4212000" cy="1546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1979281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D757ADFB-41D3-EA73-8614-13E448F2FC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sp>
        <p:nvSpPr>
          <p:cNvPr id="8" name="Picture Placeholder 7">
            <a:extLst>
              <a:ext uri="{FF2B5EF4-FFF2-40B4-BE49-F238E27FC236}">
                <a16:creationId xmlns:a16="http://schemas.microsoft.com/office/drawing/2014/main" id="{9E4E7677-444C-844F-F148-AE9AC8314E27}"/>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3"/>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372830212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with intro and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D757ADFB-41D3-EA73-8614-13E448F2FC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4" name="Date Placeholder 3"/>
          <p:cNvSpPr>
            <a:spLocks noGrp="1"/>
          </p:cNvSpPr>
          <p:nvPr>
            <p:ph type="dt" sz="half" idx="10"/>
          </p:nvPr>
        </p:nvSpPr>
        <p:spPr/>
        <p:txBody>
          <a:bodyPr/>
          <a:lstStyle/>
          <a:p>
            <a:r>
              <a:rPr lang="en-US"/>
              <a:t>03-02-2026</a:t>
            </a:r>
            <a:endParaRPr lang="en-GB"/>
          </a:p>
        </p:txBody>
      </p:sp>
      <p:sp>
        <p:nvSpPr>
          <p:cNvPr id="5" name="Footer Placeholder 4"/>
          <p:cNvSpPr>
            <a:spLocks noGrp="1"/>
          </p:cNvSpPr>
          <p:nvPr>
            <p:ph type="ftr" sz="quarter" idx="11"/>
          </p:nvPr>
        </p:nvSpPr>
        <p:spPr/>
        <p:txBody>
          <a:bodyPr/>
          <a:lstStyle/>
          <a:p>
            <a:r>
              <a:rPr lang="en-GB"/>
              <a:t>Title of the presentation &gt; edit via function Header and Footer</a:t>
            </a:r>
          </a:p>
        </p:txBody>
      </p:sp>
      <p:sp>
        <p:nvSpPr>
          <p:cNvPr id="6" name="Slide Number Placeholder 5"/>
          <p:cNvSpPr>
            <a:spLocks noGrp="1"/>
          </p:cNvSpPr>
          <p:nvPr>
            <p:ph type="sldNum" sz="quarter" idx="12"/>
          </p:nvPr>
        </p:nvSpPr>
        <p:spPr/>
        <p:txBody>
          <a:bodyPr/>
          <a:lstStyle/>
          <a:p>
            <a:fld id="{14F762CC-E26B-C842-AA66-20B198660116}" type="slidenum">
              <a:rPr lang="en-GB" smtClean="0"/>
              <a:t>‹#›</a:t>
            </a:fld>
            <a:endParaRPr lang="en-GB"/>
          </a:p>
        </p:txBody>
      </p:sp>
      <p:sp>
        <p:nvSpPr>
          <p:cNvPr id="7" name="Title 1">
            <a:extLst>
              <a:ext uri="{FF2B5EF4-FFF2-40B4-BE49-F238E27FC236}">
                <a16:creationId xmlns:a16="http://schemas.microsoft.com/office/drawing/2014/main" id="{9990FE2A-1498-4C17-6C28-94737038AF54}"/>
              </a:ext>
            </a:extLst>
          </p:cNvPr>
          <p:cNvSpPr>
            <a:spLocks noGrp="1"/>
          </p:cNvSpPr>
          <p:nvPr>
            <p:ph type="ctrTitle"/>
          </p:nvPr>
        </p:nvSpPr>
        <p:spPr>
          <a:xfrm>
            <a:off x="252000" y="252000"/>
            <a:ext cx="4428000" cy="1944000"/>
          </a:xfrm>
        </p:spPr>
        <p:txBody>
          <a:bodyPr tIns="0" anchor="t" anchorCtr="0"/>
          <a:lstStyle>
            <a:lvl1pPr algn="l">
              <a:lnSpc>
                <a:spcPct val="85000"/>
              </a:lnSpc>
              <a:defRPr sz="4800">
                <a:solidFill>
                  <a:schemeClr val="accent1"/>
                </a:solidFill>
                <a:latin typeface="+mn-lt"/>
              </a:defRPr>
            </a:lvl1pPr>
          </a:lstStyle>
          <a:p>
            <a:r>
              <a:rPr lang="en-GB"/>
              <a:t>Click to edit Master title style</a:t>
            </a:r>
            <a:endParaRPr lang="en-US" dirty="0"/>
          </a:p>
        </p:txBody>
      </p:sp>
      <p:sp>
        <p:nvSpPr>
          <p:cNvPr id="8" name="Text Placeholder 8">
            <a:extLst>
              <a:ext uri="{FF2B5EF4-FFF2-40B4-BE49-F238E27FC236}">
                <a16:creationId xmlns:a16="http://schemas.microsoft.com/office/drawing/2014/main" id="{2BB4440D-3878-91CB-8787-2001693DE866}"/>
              </a:ext>
            </a:extLst>
          </p:cNvPr>
          <p:cNvSpPr>
            <a:spLocks noGrp="1"/>
          </p:cNvSpPr>
          <p:nvPr>
            <p:ph type="body" sz="quarter" idx="13"/>
          </p:nvPr>
        </p:nvSpPr>
        <p:spPr>
          <a:xfrm>
            <a:off x="252000" y="2448000"/>
            <a:ext cx="4212000" cy="15465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Picture Placeholder 8">
            <a:extLst>
              <a:ext uri="{FF2B5EF4-FFF2-40B4-BE49-F238E27FC236}">
                <a16:creationId xmlns:a16="http://schemas.microsoft.com/office/drawing/2014/main" id="{33640FF4-BAB5-D2FF-9B8D-F81411AAE095}"/>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3"/>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0397706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textbox #1">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58B7B8BA-5FD2-506E-D971-ADDAB998926E}"/>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2" name="Title 1"/>
          <p:cNvSpPr>
            <a:spLocks noGrp="1"/>
          </p:cNvSpPr>
          <p:nvPr>
            <p:ph type="title"/>
          </p:nvPr>
        </p:nvSpPr>
        <p:spPr>
          <a:xfrm>
            <a:off x="252000" y="216000"/>
            <a:ext cx="2880000" cy="3888000"/>
          </a:xfrm>
          <a:prstGeom prst="roundRect">
            <a:avLst>
              <a:gd name="adj" fmla="val 6972"/>
            </a:avLst>
          </a:prstGeom>
          <a:solidFill>
            <a:schemeClr val="tx2"/>
          </a:solidFill>
        </p:spPr>
        <p:txBody>
          <a:bodyPr lIns="234000" tIns="251999" rIns="72000"/>
          <a:lstStyle>
            <a:lvl1pPr>
              <a:defRPr sz="2600"/>
            </a:lvl1pPr>
          </a:lstStyle>
          <a:p>
            <a:r>
              <a:rPr lang="en-GB" dirty="0"/>
              <a:t>Click to edit Master title style</a:t>
            </a:r>
            <a:endParaRPr lang="en-US" dirty="0"/>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6" name="Text Placeholder 8">
            <a:extLst>
              <a:ext uri="{FF2B5EF4-FFF2-40B4-BE49-F238E27FC236}">
                <a16:creationId xmlns:a16="http://schemas.microsoft.com/office/drawing/2014/main" id="{351612E9-3A44-357C-6237-221FAE0A1FD3}"/>
              </a:ext>
            </a:extLst>
          </p:cNvPr>
          <p:cNvSpPr>
            <a:spLocks noGrp="1"/>
          </p:cNvSpPr>
          <p:nvPr>
            <p:ph type="body" sz="quarter" idx="13"/>
          </p:nvPr>
        </p:nvSpPr>
        <p:spPr>
          <a:xfrm>
            <a:off x="252000" y="1528653"/>
            <a:ext cx="2880000" cy="2575347"/>
          </a:xfrm>
        </p:spPr>
        <p:txBody>
          <a:bodyPr lIns="306000" tIns="180000" rIns="14400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cture Placeholder 8">
            <a:extLst>
              <a:ext uri="{FF2B5EF4-FFF2-40B4-BE49-F238E27FC236}">
                <a16:creationId xmlns:a16="http://schemas.microsoft.com/office/drawing/2014/main" id="{0C91F3B1-D7B3-1901-2D27-E0A508EFD98D}"/>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9106339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icture with textbox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391F501-01ED-080F-7774-F59834B7B1E6}"/>
              </a:ext>
            </a:extLst>
          </p:cNvPr>
          <p:cNvSpPr>
            <a:spLocks noGrp="1" noChangeAspect="1"/>
          </p:cNvSpPr>
          <p:nvPr>
            <p:ph type="pic" idx="1" hasCustomPrompt="1"/>
          </p:nvPr>
        </p:nvSpPr>
        <p:spPr>
          <a:xfrm>
            <a:off x="0" y="1"/>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3" name="Date Placeholder 2"/>
          <p:cNvSpPr>
            <a:spLocks noGrp="1"/>
          </p:cNvSpPr>
          <p:nvPr>
            <p:ph type="dt" sz="half" idx="10"/>
          </p:nvPr>
        </p:nvSpPr>
        <p:spPr/>
        <p:txBody>
          <a:bodyPr/>
          <a:lstStyle/>
          <a:p>
            <a:r>
              <a:rPr lang="en-US"/>
              <a:t>03-02-2026</a:t>
            </a:r>
            <a:endParaRPr lang="en-GB"/>
          </a:p>
        </p:txBody>
      </p:sp>
      <p:sp>
        <p:nvSpPr>
          <p:cNvPr id="4" name="Footer Placeholder 3"/>
          <p:cNvSpPr>
            <a:spLocks noGrp="1"/>
          </p:cNvSpPr>
          <p:nvPr>
            <p:ph type="ftr" sz="quarter" idx="11"/>
          </p:nvPr>
        </p:nvSpPr>
        <p:spPr/>
        <p:txBody>
          <a:bodyPr/>
          <a:lstStyle/>
          <a:p>
            <a:r>
              <a:rPr lang="en-GB"/>
              <a:t>Title of the presentation &gt; edit via function Header and Footer</a:t>
            </a:r>
          </a:p>
        </p:txBody>
      </p:sp>
      <p:sp>
        <p:nvSpPr>
          <p:cNvPr id="5" name="Slide Number Placeholder 4"/>
          <p:cNvSpPr>
            <a:spLocks noGrp="1"/>
          </p:cNvSpPr>
          <p:nvPr>
            <p:ph type="sldNum" sz="quarter" idx="12"/>
          </p:nvPr>
        </p:nvSpPr>
        <p:spPr/>
        <p:txBody>
          <a:bodyPr/>
          <a:lstStyle/>
          <a:p>
            <a:fld id="{14F762CC-E26B-C842-AA66-20B198660116}" type="slidenum">
              <a:rPr lang="en-GB" smtClean="0"/>
              <a:t>‹#›</a:t>
            </a:fld>
            <a:endParaRPr lang="en-GB"/>
          </a:p>
        </p:txBody>
      </p:sp>
      <p:sp>
        <p:nvSpPr>
          <p:cNvPr id="6" name="Title 1">
            <a:extLst>
              <a:ext uri="{FF2B5EF4-FFF2-40B4-BE49-F238E27FC236}">
                <a16:creationId xmlns:a16="http://schemas.microsoft.com/office/drawing/2014/main" id="{AC4E1D09-BC11-8D63-7C1A-FB02ADC57B15}"/>
              </a:ext>
            </a:extLst>
          </p:cNvPr>
          <p:cNvSpPr>
            <a:spLocks noGrp="1"/>
          </p:cNvSpPr>
          <p:nvPr>
            <p:ph type="title"/>
          </p:nvPr>
        </p:nvSpPr>
        <p:spPr>
          <a:xfrm>
            <a:off x="252000" y="252000"/>
            <a:ext cx="5760000" cy="1961808"/>
          </a:xfrm>
          <a:prstGeom prst="roundRect">
            <a:avLst>
              <a:gd name="adj" fmla="val 8395"/>
            </a:avLst>
          </a:prstGeom>
          <a:solidFill>
            <a:schemeClr val="tx2"/>
          </a:solidFill>
        </p:spPr>
        <p:txBody>
          <a:bodyPr lIns="234000" tIns="251999" rIns="3456000"/>
          <a:lstStyle>
            <a:lvl1pPr>
              <a:defRPr sz="2600"/>
            </a:lvl1pPr>
          </a:lstStyle>
          <a:p>
            <a:r>
              <a:rPr lang="en-GB" dirty="0"/>
              <a:t>Click to edit Master title style</a:t>
            </a:r>
            <a:endParaRPr lang="en-US" dirty="0"/>
          </a:p>
        </p:txBody>
      </p:sp>
      <p:sp>
        <p:nvSpPr>
          <p:cNvPr id="9" name="Text Placeholder 8">
            <a:extLst>
              <a:ext uri="{FF2B5EF4-FFF2-40B4-BE49-F238E27FC236}">
                <a16:creationId xmlns:a16="http://schemas.microsoft.com/office/drawing/2014/main" id="{2E637593-E043-3066-6F49-7674CA49B54A}"/>
              </a:ext>
            </a:extLst>
          </p:cNvPr>
          <p:cNvSpPr>
            <a:spLocks noGrp="1"/>
          </p:cNvSpPr>
          <p:nvPr>
            <p:ph type="body" sz="quarter" idx="14"/>
          </p:nvPr>
        </p:nvSpPr>
        <p:spPr>
          <a:xfrm>
            <a:off x="2664000" y="252001"/>
            <a:ext cx="3348000" cy="1961808"/>
          </a:xfrm>
        </p:spPr>
        <p:txBody>
          <a:bodyPr lIns="0" tIns="288000" rIns="1440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Picture Placeholder 1">
            <a:extLst>
              <a:ext uri="{FF2B5EF4-FFF2-40B4-BE49-F238E27FC236}">
                <a16:creationId xmlns:a16="http://schemas.microsoft.com/office/drawing/2014/main" id="{6D711320-F92A-15AA-1643-9360D7135BB9}"/>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37502093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Tree>
    <p:extLst>
      <p:ext uri="{BB962C8B-B14F-4D97-AF65-F5344CB8AC3E}">
        <p14:creationId xmlns:p14="http://schemas.microsoft.com/office/powerpoint/2010/main" val="17687967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am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
        <p:nvSpPr>
          <p:cNvPr id="5" name="Title 1">
            <a:extLst>
              <a:ext uri="{FF2B5EF4-FFF2-40B4-BE49-F238E27FC236}">
                <a16:creationId xmlns:a16="http://schemas.microsoft.com/office/drawing/2014/main" id="{671D2BC3-0C52-17DA-44B3-D8C67A069EE4}"/>
              </a:ext>
            </a:extLst>
          </p:cNvPr>
          <p:cNvSpPr>
            <a:spLocks noGrp="1"/>
          </p:cNvSpPr>
          <p:nvPr>
            <p:ph type="title"/>
          </p:nvPr>
        </p:nvSpPr>
        <p:spPr>
          <a:xfrm>
            <a:off x="252001" y="216000"/>
            <a:ext cx="8640000" cy="432000"/>
          </a:xfrm>
        </p:spPr>
        <p:txBody>
          <a:bodyPr/>
          <a:lstStyle/>
          <a:p>
            <a:r>
              <a:rPr lang="en-GB" dirty="0"/>
              <a:t>Click to edit Master title style</a:t>
            </a:r>
            <a:endParaRPr lang="en-US" dirty="0"/>
          </a:p>
        </p:txBody>
      </p:sp>
      <p:sp>
        <p:nvSpPr>
          <p:cNvPr id="6" name="Text Placeholder 3">
            <a:extLst>
              <a:ext uri="{FF2B5EF4-FFF2-40B4-BE49-F238E27FC236}">
                <a16:creationId xmlns:a16="http://schemas.microsoft.com/office/drawing/2014/main" id="{23DCCC82-7E1D-9696-18BE-FDADCD68AD93}"/>
              </a:ext>
            </a:extLst>
          </p:cNvPr>
          <p:cNvSpPr>
            <a:spLocks noGrp="1"/>
          </p:cNvSpPr>
          <p:nvPr>
            <p:ph type="body" sz="half" idx="2" hasCustomPrompt="1"/>
          </p:nvPr>
        </p:nvSpPr>
        <p:spPr>
          <a:xfrm>
            <a:off x="25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7" name="Picture Placeholder 2">
            <a:extLst>
              <a:ext uri="{FF2B5EF4-FFF2-40B4-BE49-F238E27FC236}">
                <a16:creationId xmlns:a16="http://schemas.microsoft.com/office/drawing/2014/main" id="{F7A5E164-FFC9-85BC-0DE4-FDFEA305F2FC}"/>
              </a:ext>
            </a:extLst>
          </p:cNvPr>
          <p:cNvSpPr>
            <a:spLocks noGrp="1"/>
          </p:cNvSpPr>
          <p:nvPr>
            <p:ph type="pic" idx="14" hasCustomPrompt="1"/>
          </p:nvPr>
        </p:nvSpPr>
        <p:spPr>
          <a:xfrm>
            <a:off x="205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8" name="Text Placeholder 3">
            <a:extLst>
              <a:ext uri="{FF2B5EF4-FFF2-40B4-BE49-F238E27FC236}">
                <a16:creationId xmlns:a16="http://schemas.microsoft.com/office/drawing/2014/main" id="{D5745BC6-DC65-3968-E621-4677FEC41247}"/>
              </a:ext>
            </a:extLst>
          </p:cNvPr>
          <p:cNvSpPr>
            <a:spLocks noGrp="1"/>
          </p:cNvSpPr>
          <p:nvPr>
            <p:ph type="body" sz="half" idx="15" hasCustomPrompt="1"/>
          </p:nvPr>
        </p:nvSpPr>
        <p:spPr>
          <a:xfrm>
            <a:off x="252001"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9" name="Picture Placeholder 2">
            <a:extLst>
              <a:ext uri="{FF2B5EF4-FFF2-40B4-BE49-F238E27FC236}">
                <a16:creationId xmlns:a16="http://schemas.microsoft.com/office/drawing/2014/main" id="{05A1DB57-020D-2F1C-4FB9-CFB4640E5E92}"/>
              </a:ext>
            </a:extLst>
          </p:cNvPr>
          <p:cNvSpPr>
            <a:spLocks noGrp="1"/>
          </p:cNvSpPr>
          <p:nvPr>
            <p:ph type="pic" idx="16" hasCustomPrompt="1"/>
          </p:nvPr>
        </p:nvSpPr>
        <p:spPr>
          <a:xfrm>
            <a:off x="613186"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0" name="Picture Placeholder 2">
            <a:extLst>
              <a:ext uri="{FF2B5EF4-FFF2-40B4-BE49-F238E27FC236}">
                <a16:creationId xmlns:a16="http://schemas.microsoft.com/office/drawing/2014/main" id="{BEC1749F-5D39-7933-254C-8199014AE46B}"/>
              </a:ext>
            </a:extLst>
          </p:cNvPr>
          <p:cNvSpPr>
            <a:spLocks noGrp="1"/>
          </p:cNvSpPr>
          <p:nvPr>
            <p:ph type="pic" idx="17" hasCustomPrompt="1"/>
          </p:nvPr>
        </p:nvSpPr>
        <p:spPr>
          <a:xfrm>
            <a:off x="3490856"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1" name="Picture Placeholder 2">
            <a:extLst>
              <a:ext uri="{FF2B5EF4-FFF2-40B4-BE49-F238E27FC236}">
                <a16:creationId xmlns:a16="http://schemas.microsoft.com/office/drawing/2014/main" id="{128A8C79-D363-CEB2-4D28-00F70E104725}"/>
              </a:ext>
            </a:extLst>
          </p:cNvPr>
          <p:cNvSpPr>
            <a:spLocks noGrp="1"/>
          </p:cNvSpPr>
          <p:nvPr>
            <p:ph type="pic" idx="18" hasCustomPrompt="1"/>
          </p:nvPr>
        </p:nvSpPr>
        <p:spPr>
          <a:xfrm>
            <a:off x="493238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2" name="Picture Placeholder 2">
            <a:extLst>
              <a:ext uri="{FF2B5EF4-FFF2-40B4-BE49-F238E27FC236}">
                <a16:creationId xmlns:a16="http://schemas.microsoft.com/office/drawing/2014/main" id="{E3DBC0C6-4519-B9F4-E1A2-793D3777F2FE}"/>
              </a:ext>
            </a:extLst>
          </p:cNvPr>
          <p:cNvSpPr>
            <a:spLocks noGrp="1"/>
          </p:cNvSpPr>
          <p:nvPr>
            <p:ph type="pic" idx="19" hasCustomPrompt="1"/>
          </p:nvPr>
        </p:nvSpPr>
        <p:spPr>
          <a:xfrm>
            <a:off x="637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3" name="Picture Placeholder 2">
            <a:extLst>
              <a:ext uri="{FF2B5EF4-FFF2-40B4-BE49-F238E27FC236}">
                <a16:creationId xmlns:a16="http://schemas.microsoft.com/office/drawing/2014/main" id="{7DB8B405-DF5C-C79D-5B10-88CAE4ACB464}"/>
              </a:ext>
            </a:extLst>
          </p:cNvPr>
          <p:cNvSpPr>
            <a:spLocks noGrp="1"/>
          </p:cNvSpPr>
          <p:nvPr>
            <p:ph type="pic" idx="20" hasCustomPrompt="1"/>
          </p:nvPr>
        </p:nvSpPr>
        <p:spPr>
          <a:xfrm>
            <a:off x="7812000" y="1008000"/>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14" name="Text Placeholder 3">
            <a:extLst>
              <a:ext uri="{FF2B5EF4-FFF2-40B4-BE49-F238E27FC236}">
                <a16:creationId xmlns:a16="http://schemas.microsoft.com/office/drawing/2014/main" id="{D4A2F330-A80D-B93E-8F70-7CADE20C3467}"/>
              </a:ext>
            </a:extLst>
          </p:cNvPr>
          <p:cNvSpPr>
            <a:spLocks noGrp="1"/>
          </p:cNvSpPr>
          <p:nvPr>
            <p:ph type="body" sz="half" idx="21" hasCustomPrompt="1"/>
          </p:nvPr>
        </p:nvSpPr>
        <p:spPr>
          <a:xfrm>
            <a:off x="169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5" name="Text Placeholder 3">
            <a:extLst>
              <a:ext uri="{FF2B5EF4-FFF2-40B4-BE49-F238E27FC236}">
                <a16:creationId xmlns:a16="http://schemas.microsoft.com/office/drawing/2014/main" id="{7105D04D-6771-01E3-2B03-775CB611E695}"/>
              </a:ext>
            </a:extLst>
          </p:cNvPr>
          <p:cNvSpPr>
            <a:spLocks noGrp="1"/>
          </p:cNvSpPr>
          <p:nvPr>
            <p:ph type="body" sz="half" idx="22" hasCustomPrompt="1"/>
          </p:nvPr>
        </p:nvSpPr>
        <p:spPr>
          <a:xfrm>
            <a:off x="169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16" name="Text Placeholder 3">
            <a:extLst>
              <a:ext uri="{FF2B5EF4-FFF2-40B4-BE49-F238E27FC236}">
                <a16:creationId xmlns:a16="http://schemas.microsoft.com/office/drawing/2014/main" id="{F79B4A97-4446-8E66-BF34-BB523F2C7977}"/>
              </a:ext>
            </a:extLst>
          </p:cNvPr>
          <p:cNvSpPr>
            <a:spLocks noGrp="1"/>
          </p:cNvSpPr>
          <p:nvPr>
            <p:ph type="body" sz="half" idx="23" hasCustomPrompt="1"/>
          </p:nvPr>
        </p:nvSpPr>
        <p:spPr>
          <a:xfrm>
            <a:off x="313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7" name="Text Placeholder 3">
            <a:extLst>
              <a:ext uri="{FF2B5EF4-FFF2-40B4-BE49-F238E27FC236}">
                <a16:creationId xmlns:a16="http://schemas.microsoft.com/office/drawing/2014/main" id="{2FE50893-1609-8511-141C-4FCBF367AB40}"/>
              </a:ext>
            </a:extLst>
          </p:cNvPr>
          <p:cNvSpPr>
            <a:spLocks noGrp="1"/>
          </p:cNvSpPr>
          <p:nvPr>
            <p:ph type="body" sz="half" idx="24" hasCustomPrompt="1"/>
          </p:nvPr>
        </p:nvSpPr>
        <p:spPr>
          <a:xfrm>
            <a:off x="313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18" name="Text Placeholder 3">
            <a:extLst>
              <a:ext uri="{FF2B5EF4-FFF2-40B4-BE49-F238E27FC236}">
                <a16:creationId xmlns:a16="http://schemas.microsoft.com/office/drawing/2014/main" id="{E65DB0B3-03E2-CD16-E06D-AE1FE178ACE9}"/>
              </a:ext>
            </a:extLst>
          </p:cNvPr>
          <p:cNvSpPr>
            <a:spLocks noGrp="1"/>
          </p:cNvSpPr>
          <p:nvPr>
            <p:ph type="body" sz="half" idx="25" hasCustomPrompt="1"/>
          </p:nvPr>
        </p:nvSpPr>
        <p:spPr>
          <a:xfrm>
            <a:off x="4571999"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19" name="Text Placeholder 3">
            <a:extLst>
              <a:ext uri="{FF2B5EF4-FFF2-40B4-BE49-F238E27FC236}">
                <a16:creationId xmlns:a16="http://schemas.microsoft.com/office/drawing/2014/main" id="{95561701-51EE-9865-85BA-1BB0AE309E8F}"/>
              </a:ext>
            </a:extLst>
          </p:cNvPr>
          <p:cNvSpPr>
            <a:spLocks noGrp="1"/>
          </p:cNvSpPr>
          <p:nvPr>
            <p:ph type="body" sz="half" idx="26" hasCustomPrompt="1"/>
          </p:nvPr>
        </p:nvSpPr>
        <p:spPr>
          <a:xfrm>
            <a:off x="4571999"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0" name="Text Placeholder 3">
            <a:extLst>
              <a:ext uri="{FF2B5EF4-FFF2-40B4-BE49-F238E27FC236}">
                <a16:creationId xmlns:a16="http://schemas.microsoft.com/office/drawing/2014/main" id="{23EB69DC-B071-7B7C-68A9-E37AE2F07BBA}"/>
              </a:ext>
            </a:extLst>
          </p:cNvPr>
          <p:cNvSpPr>
            <a:spLocks noGrp="1"/>
          </p:cNvSpPr>
          <p:nvPr>
            <p:ph type="body" sz="half" idx="27" hasCustomPrompt="1"/>
          </p:nvPr>
        </p:nvSpPr>
        <p:spPr>
          <a:xfrm>
            <a:off x="601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1" name="Text Placeholder 3">
            <a:extLst>
              <a:ext uri="{FF2B5EF4-FFF2-40B4-BE49-F238E27FC236}">
                <a16:creationId xmlns:a16="http://schemas.microsoft.com/office/drawing/2014/main" id="{D2B4A514-9690-F4AB-1D75-8ECB3CBAF146}"/>
              </a:ext>
            </a:extLst>
          </p:cNvPr>
          <p:cNvSpPr>
            <a:spLocks noGrp="1"/>
          </p:cNvSpPr>
          <p:nvPr>
            <p:ph type="body" sz="half" idx="28" hasCustomPrompt="1"/>
          </p:nvPr>
        </p:nvSpPr>
        <p:spPr>
          <a:xfrm>
            <a:off x="601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2" name="Text Placeholder 3">
            <a:extLst>
              <a:ext uri="{FF2B5EF4-FFF2-40B4-BE49-F238E27FC236}">
                <a16:creationId xmlns:a16="http://schemas.microsoft.com/office/drawing/2014/main" id="{B41BA69B-8057-C112-D9E1-B8A9EBC9EE02}"/>
              </a:ext>
            </a:extLst>
          </p:cNvPr>
          <p:cNvSpPr>
            <a:spLocks noGrp="1"/>
          </p:cNvSpPr>
          <p:nvPr>
            <p:ph type="body" sz="half" idx="29" hasCustomPrompt="1"/>
          </p:nvPr>
        </p:nvSpPr>
        <p:spPr>
          <a:xfrm>
            <a:off x="7452000" y="1837189"/>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3" name="Text Placeholder 3">
            <a:extLst>
              <a:ext uri="{FF2B5EF4-FFF2-40B4-BE49-F238E27FC236}">
                <a16:creationId xmlns:a16="http://schemas.microsoft.com/office/drawing/2014/main" id="{A8CE2E9E-DE4E-9CFB-9DE6-D6F7796E9D1B}"/>
              </a:ext>
            </a:extLst>
          </p:cNvPr>
          <p:cNvSpPr>
            <a:spLocks noGrp="1"/>
          </p:cNvSpPr>
          <p:nvPr>
            <p:ph type="body" sz="half" idx="30" hasCustomPrompt="1"/>
          </p:nvPr>
        </p:nvSpPr>
        <p:spPr>
          <a:xfrm>
            <a:off x="7452000" y="2160000"/>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6" name="Text Placeholder 3">
            <a:extLst>
              <a:ext uri="{FF2B5EF4-FFF2-40B4-BE49-F238E27FC236}">
                <a16:creationId xmlns:a16="http://schemas.microsoft.com/office/drawing/2014/main" id="{8BA16CE1-9CC7-0207-383B-90F5201B7534}"/>
              </a:ext>
            </a:extLst>
          </p:cNvPr>
          <p:cNvSpPr>
            <a:spLocks noGrp="1"/>
          </p:cNvSpPr>
          <p:nvPr>
            <p:ph type="body" sz="half" idx="32" hasCustomPrompt="1"/>
          </p:nvPr>
        </p:nvSpPr>
        <p:spPr>
          <a:xfrm>
            <a:off x="25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27" name="Picture Placeholder 2">
            <a:extLst>
              <a:ext uri="{FF2B5EF4-FFF2-40B4-BE49-F238E27FC236}">
                <a16:creationId xmlns:a16="http://schemas.microsoft.com/office/drawing/2014/main" id="{12BF3A68-622D-FFA7-11F1-9FFF9247F6B1}"/>
              </a:ext>
            </a:extLst>
          </p:cNvPr>
          <p:cNvSpPr>
            <a:spLocks noGrp="1"/>
          </p:cNvSpPr>
          <p:nvPr>
            <p:ph type="pic" idx="33" hasCustomPrompt="1"/>
          </p:nvPr>
        </p:nvSpPr>
        <p:spPr>
          <a:xfrm>
            <a:off x="205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8" name="Text Placeholder 3">
            <a:extLst>
              <a:ext uri="{FF2B5EF4-FFF2-40B4-BE49-F238E27FC236}">
                <a16:creationId xmlns:a16="http://schemas.microsoft.com/office/drawing/2014/main" id="{809C2D6C-4B17-A5B5-CA22-8DB86F01EFBE}"/>
              </a:ext>
            </a:extLst>
          </p:cNvPr>
          <p:cNvSpPr>
            <a:spLocks noGrp="1"/>
          </p:cNvSpPr>
          <p:nvPr>
            <p:ph type="body" sz="half" idx="34" hasCustomPrompt="1"/>
          </p:nvPr>
        </p:nvSpPr>
        <p:spPr>
          <a:xfrm>
            <a:off x="252001"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29" name="Picture Placeholder 2">
            <a:extLst>
              <a:ext uri="{FF2B5EF4-FFF2-40B4-BE49-F238E27FC236}">
                <a16:creationId xmlns:a16="http://schemas.microsoft.com/office/drawing/2014/main" id="{423352D6-F57D-1410-54D2-510994BAD3C0}"/>
              </a:ext>
            </a:extLst>
          </p:cNvPr>
          <p:cNvSpPr>
            <a:spLocks noGrp="1"/>
          </p:cNvSpPr>
          <p:nvPr>
            <p:ph type="pic" idx="35" hasCustomPrompt="1"/>
          </p:nvPr>
        </p:nvSpPr>
        <p:spPr>
          <a:xfrm>
            <a:off x="613186"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0" name="Picture Placeholder 2">
            <a:extLst>
              <a:ext uri="{FF2B5EF4-FFF2-40B4-BE49-F238E27FC236}">
                <a16:creationId xmlns:a16="http://schemas.microsoft.com/office/drawing/2014/main" id="{427639EE-2C92-55DC-018E-4215E31386A3}"/>
              </a:ext>
            </a:extLst>
          </p:cNvPr>
          <p:cNvSpPr>
            <a:spLocks noGrp="1"/>
          </p:cNvSpPr>
          <p:nvPr>
            <p:ph type="pic" idx="36" hasCustomPrompt="1"/>
          </p:nvPr>
        </p:nvSpPr>
        <p:spPr>
          <a:xfrm>
            <a:off x="3490856"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1" name="Picture Placeholder 2">
            <a:extLst>
              <a:ext uri="{FF2B5EF4-FFF2-40B4-BE49-F238E27FC236}">
                <a16:creationId xmlns:a16="http://schemas.microsoft.com/office/drawing/2014/main" id="{1536197F-95F5-A694-A1C5-A17113440C21}"/>
              </a:ext>
            </a:extLst>
          </p:cNvPr>
          <p:cNvSpPr>
            <a:spLocks noGrp="1"/>
          </p:cNvSpPr>
          <p:nvPr>
            <p:ph type="pic" idx="37" hasCustomPrompt="1"/>
          </p:nvPr>
        </p:nvSpPr>
        <p:spPr>
          <a:xfrm>
            <a:off x="493238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2" name="Picture Placeholder 2">
            <a:extLst>
              <a:ext uri="{FF2B5EF4-FFF2-40B4-BE49-F238E27FC236}">
                <a16:creationId xmlns:a16="http://schemas.microsoft.com/office/drawing/2014/main" id="{78673C48-D86C-1EEC-3B10-C5A51366D4B7}"/>
              </a:ext>
            </a:extLst>
          </p:cNvPr>
          <p:cNvSpPr>
            <a:spLocks noGrp="1"/>
          </p:cNvSpPr>
          <p:nvPr>
            <p:ph type="pic" idx="38" hasCustomPrompt="1"/>
          </p:nvPr>
        </p:nvSpPr>
        <p:spPr>
          <a:xfrm>
            <a:off x="637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3" name="Picture Placeholder 2">
            <a:extLst>
              <a:ext uri="{FF2B5EF4-FFF2-40B4-BE49-F238E27FC236}">
                <a16:creationId xmlns:a16="http://schemas.microsoft.com/office/drawing/2014/main" id="{39B498D8-4812-7AA8-E9F0-0642B5D5C2AC}"/>
              </a:ext>
            </a:extLst>
          </p:cNvPr>
          <p:cNvSpPr>
            <a:spLocks noGrp="1"/>
          </p:cNvSpPr>
          <p:nvPr>
            <p:ph type="pic" idx="39" hasCustomPrompt="1"/>
          </p:nvPr>
        </p:nvSpPr>
        <p:spPr>
          <a:xfrm>
            <a:off x="7812000" y="2917189"/>
            <a:ext cx="720000" cy="72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34" name="Text Placeholder 3">
            <a:extLst>
              <a:ext uri="{FF2B5EF4-FFF2-40B4-BE49-F238E27FC236}">
                <a16:creationId xmlns:a16="http://schemas.microsoft.com/office/drawing/2014/main" id="{A77BB32B-40BC-8027-1B6D-4FF1CAA4799A}"/>
              </a:ext>
            </a:extLst>
          </p:cNvPr>
          <p:cNvSpPr>
            <a:spLocks noGrp="1"/>
          </p:cNvSpPr>
          <p:nvPr>
            <p:ph type="body" sz="half" idx="40" hasCustomPrompt="1"/>
          </p:nvPr>
        </p:nvSpPr>
        <p:spPr>
          <a:xfrm>
            <a:off x="169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5" name="Text Placeholder 3">
            <a:extLst>
              <a:ext uri="{FF2B5EF4-FFF2-40B4-BE49-F238E27FC236}">
                <a16:creationId xmlns:a16="http://schemas.microsoft.com/office/drawing/2014/main" id="{47F3BC1A-C1AB-71CF-FC72-A2F49CC1ABC8}"/>
              </a:ext>
            </a:extLst>
          </p:cNvPr>
          <p:cNvSpPr>
            <a:spLocks noGrp="1"/>
          </p:cNvSpPr>
          <p:nvPr>
            <p:ph type="body" sz="half" idx="41" hasCustomPrompt="1"/>
          </p:nvPr>
        </p:nvSpPr>
        <p:spPr>
          <a:xfrm>
            <a:off x="169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36" name="Text Placeholder 3">
            <a:extLst>
              <a:ext uri="{FF2B5EF4-FFF2-40B4-BE49-F238E27FC236}">
                <a16:creationId xmlns:a16="http://schemas.microsoft.com/office/drawing/2014/main" id="{2C985CF2-AD96-1C20-F341-E37824126A8F}"/>
              </a:ext>
            </a:extLst>
          </p:cNvPr>
          <p:cNvSpPr>
            <a:spLocks noGrp="1"/>
          </p:cNvSpPr>
          <p:nvPr>
            <p:ph type="body" sz="half" idx="42" hasCustomPrompt="1"/>
          </p:nvPr>
        </p:nvSpPr>
        <p:spPr>
          <a:xfrm>
            <a:off x="313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7" name="Text Placeholder 3">
            <a:extLst>
              <a:ext uri="{FF2B5EF4-FFF2-40B4-BE49-F238E27FC236}">
                <a16:creationId xmlns:a16="http://schemas.microsoft.com/office/drawing/2014/main" id="{4A1DD5D9-A3F7-D7E9-1FDF-4DE8DF648159}"/>
              </a:ext>
            </a:extLst>
          </p:cNvPr>
          <p:cNvSpPr>
            <a:spLocks noGrp="1"/>
          </p:cNvSpPr>
          <p:nvPr>
            <p:ph type="body" sz="half" idx="43" hasCustomPrompt="1"/>
          </p:nvPr>
        </p:nvSpPr>
        <p:spPr>
          <a:xfrm>
            <a:off x="313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38" name="Text Placeholder 3">
            <a:extLst>
              <a:ext uri="{FF2B5EF4-FFF2-40B4-BE49-F238E27FC236}">
                <a16:creationId xmlns:a16="http://schemas.microsoft.com/office/drawing/2014/main" id="{3AAF832B-9ED4-12D0-73C1-181C48344441}"/>
              </a:ext>
            </a:extLst>
          </p:cNvPr>
          <p:cNvSpPr>
            <a:spLocks noGrp="1"/>
          </p:cNvSpPr>
          <p:nvPr>
            <p:ph type="body" sz="half" idx="44" hasCustomPrompt="1"/>
          </p:nvPr>
        </p:nvSpPr>
        <p:spPr>
          <a:xfrm>
            <a:off x="4571999"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39" name="Text Placeholder 3">
            <a:extLst>
              <a:ext uri="{FF2B5EF4-FFF2-40B4-BE49-F238E27FC236}">
                <a16:creationId xmlns:a16="http://schemas.microsoft.com/office/drawing/2014/main" id="{BA7C4B74-AA51-8B93-6B54-895E3B2DEFD3}"/>
              </a:ext>
            </a:extLst>
          </p:cNvPr>
          <p:cNvSpPr>
            <a:spLocks noGrp="1"/>
          </p:cNvSpPr>
          <p:nvPr>
            <p:ph type="body" sz="half" idx="45" hasCustomPrompt="1"/>
          </p:nvPr>
        </p:nvSpPr>
        <p:spPr>
          <a:xfrm>
            <a:off x="4571999"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0" name="Text Placeholder 3">
            <a:extLst>
              <a:ext uri="{FF2B5EF4-FFF2-40B4-BE49-F238E27FC236}">
                <a16:creationId xmlns:a16="http://schemas.microsoft.com/office/drawing/2014/main" id="{5CA5CDC5-A92D-4272-81E5-7A5013DC9775}"/>
              </a:ext>
            </a:extLst>
          </p:cNvPr>
          <p:cNvSpPr>
            <a:spLocks noGrp="1"/>
          </p:cNvSpPr>
          <p:nvPr>
            <p:ph type="body" sz="half" idx="46" hasCustomPrompt="1"/>
          </p:nvPr>
        </p:nvSpPr>
        <p:spPr>
          <a:xfrm>
            <a:off x="601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1" name="Text Placeholder 3">
            <a:extLst>
              <a:ext uri="{FF2B5EF4-FFF2-40B4-BE49-F238E27FC236}">
                <a16:creationId xmlns:a16="http://schemas.microsoft.com/office/drawing/2014/main" id="{5EC7E76C-5073-24EE-89EF-760544B1D443}"/>
              </a:ext>
            </a:extLst>
          </p:cNvPr>
          <p:cNvSpPr>
            <a:spLocks noGrp="1"/>
          </p:cNvSpPr>
          <p:nvPr>
            <p:ph type="body" sz="half" idx="47" hasCustomPrompt="1"/>
          </p:nvPr>
        </p:nvSpPr>
        <p:spPr>
          <a:xfrm>
            <a:off x="601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2" name="Text Placeholder 3">
            <a:extLst>
              <a:ext uri="{FF2B5EF4-FFF2-40B4-BE49-F238E27FC236}">
                <a16:creationId xmlns:a16="http://schemas.microsoft.com/office/drawing/2014/main" id="{93FE4F5A-D8EE-E376-2BE7-2A5F65F6903B}"/>
              </a:ext>
            </a:extLst>
          </p:cNvPr>
          <p:cNvSpPr>
            <a:spLocks noGrp="1"/>
          </p:cNvSpPr>
          <p:nvPr>
            <p:ph type="body" sz="half" idx="48" hasCustomPrompt="1"/>
          </p:nvPr>
        </p:nvSpPr>
        <p:spPr>
          <a:xfrm>
            <a:off x="7452000" y="3746378"/>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3" name="Text Placeholder 3">
            <a:extLst>
              <a:ext uri="{FF2B5EF4-FFF2-40B4-BE49-F238E27FC236}">
                <a16:creationId xmlns:a16="http://schemas.microsoft.com/office/drawing/2014/main" id="{8B137212-BECB-F9F8-B7F0-E8A64040FF40}"/>
              </a:ext>
            </a:extLst>
          </p:cNvPr>
          <p:cNvSpPr>
            <a:spLocks noGrp="1"/>
          </p:cNvSpPr>
          <p:nvPr>
            <p:ph type="body" sz="half" idx="49" hasCustomPrompt="1"/>
          </p:nvPr>
        </p:nvSpPr>
        <p:spPr>
          <a:xfrm>
            <a:off x="7452000" y="4069189"/>
            <a:ext cx="1440000" cy="288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Tree>
    <p:extLst>
      <p:ext uri="{BB962C8B-B14F-4D97-AF65-F5344CB8AC3E}">
        <p14:creationId xmlns:p14="http://schemas.microsoft.com/office/powerpoint/2010/main" val="23869882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am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03-02-2026</a:t>
            </a:r>
            <a:endParaRPr lang="en-GB"/>
          </a:p>
        </p:txBody>
      </p:sp>
      <p:sp>
        <p:nvSpPr>
          <p:cNvPr id="3" name="Footer Placeholder 2"/>
          <p:cNvSpPr>
            <a:spLocks noGrp="1"/>
          </p:cNvSpPr>
          <p:nvPr>
            <p:ph type="ftr" sz="quarter" idx="11"/>
          </p:nvPr>
        </p:nvSpPr>
        <p:spPr/>
        <p:txBody>
          <a:bodyPr/>
          <a:lstStyle/>
          <a:p>
            <a:r>
              <a:rPr lang="en-GB"/>
              <a:t>Title of the presentation &gt; edit via function Header and Footer</a:t>
            </a:r>
          </a:p>
        </p:txBody>
      </p:sp>
      <p:sp>
        <p:nvSpPr>
          <p:cNvPr id="4" name="Slide Number Placeholder 3"/>
          <p:cNvSpPr>
            <a:spLocks noGrp="1"/>
          </p:cNvSpPr>
          <p:nvPr>
            <p:ph type="sldNum" sz="quarter" idx="12"/>
          </p:nvPr>
        </p:nvSpPr>
        <p:spPr/>
        <p:txBody>
          <a:bodyPr/>
          <a:lstStyle/>
          <a:p>
            <a:fld id="{14F762CC-E26B-C842-AA66-20B198660116}" type="slidenum">
              <a:rPr lang="en-GB" smtClean="0"/>
              <a:t>‹#›</a:t>
            </a:fld>
            <a:endParaRPr lang="en-GB"/>
          </a:p>
        </p:txBody>
      </p:sp>
      <p:sp>
        <p:nvSpPr>
          <p:cNvPr id="5" name="Title 1">
            <a:extLst>
              <a:ext uri="{FF2B5EF4-FFF2-40B4-BE49-F238E27FC236}">
                <a16:creationId xmlns:a16="http://schemas.microsoft.com/office/drawing/2014/main" id="{671D2BC3-0C52-17DA-44B3-D8C67A069EE4}"/>
              </a:ext>
            </a:extLst>
          </p:cNvPr>
          <p:cNvSpPr>
            <a:spLocks noGrp="1"/>
          </p:cNvSpPr>
          <p:nvPr>
            <p:ph type="title"/>
          </p:nvPr>
        </p:nvSpPr>
        <p:spPr>
          <a:xfrm>
            <a:off x="252001" y="216000"/>
            <a:ext cx="8640000" cy="432000"/>
          </a:xfrm>
        </p:spPr>
        <p:txBody>
          <a:bodyPr/>
          <a:lstStyle/>
          <a:p>
            <a:r>
              <a:rPr lang="en-GB"/>
              <a:t>Click to edit Master title style</a:t>
            </a:r>
            <a:endParaRPr lang="en-US" dirty="0"/>
          </a:p>
        </p:txBody>
      </p:sp>
      <p:sp>
        <p:nvSpPr>
          <p:cNvPr id="6" name="Text Placeholder 3">
            <a:extLst>
              <a:ext uri="{FF2B5EF4-FFF2-40B4-BE49-F238E27FC236}">
                <a16:creationId xmlns:a16="http://schemas.microsoft.com/office/drawing/2014/main" id="{23DCCC82-7E1D-9696-18BE-FDADCD68AD93}"/>
              </a:ext>
            </a:extLst>
          </p:cNvPr>
          <p:cNvSpPr>
            <a:spLocks noGrp="1"/>
          </p:cNvSpPr>
          <p:nvPr>
            <p:ph type="body" sz="half" idx="2" hasCustomPrompt="1"/>
          </p:nvPr>
        </p:nvSpPr>
        <p:spPr>
          <a:xfrm>
            <a:off x="93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8" name="Text Placeholder 3">
            <a:extLst>
              <a:ext uri="{FF2B5EF4-FFF2-40B4-BE49-F238E27FC236}">
                <a16:creationId xmlns:a16="http://schemas.microsoft.com/office/drawing/2014/main" id="{D5745BC6-DC65-3968-E621-4677FEC41247}"/>
              </a:ext>
            </a:extLst>
          </p:cNvPr>
          <p:cNvSpPr>
            <a:spLocks noGrp="1"/>
          </p:cNvSpPr>
          <p:nvPr>
            <p:ph type="body" sz="half" idx="15" hasCustomPrompt="1"/>
          </p:nvPr>
        </p:nvSpPr>
        <p:spPr>
          <a:xfrm>
            <a:off x="93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9" name="Picture Placeholder 2">
            <a:extLst>
              <a:ext uri="{FF2B5EF4-FFF2-40B4-BE49-F238E27FC236}">
                <a16:creationId xmlns:a16="http://schemas.microsoft.com/office/drawing/2014/main" id="{05A1DB57-020D-2F1C-4FB9-CFB4640E5E92}"/>
              </a:ext>
            </a:extLst>
          </p:cNvPr>
          <p:cNvSpPr>
            <a:spLocks noGrp="1"/>
          </p:cNvSpPr>
          <p:nvPr>
            <p:ph type="pic" idx="16" hasCustomPrompt="1"/>
          </p:nvPr>
        </p:nvSpPr>
        <p:spPr>
          <a:xfrm>
            <a:off x="115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25" name="Picture Placeholder 2">
            <a:extLst>
              <a:ext uri="{FF2B5EF4-FFF2-40B4-BE49-F238E27FC236}">
                <a16:creationId xmlns:a16="http://schemas.microsoft.com/office/drawing/2014/main" id="{9F98B11C-2338-8D02-B374-4E92F9FB3050}"/>
              </a:ext>
            </a:extLst>
          </p:cNvPr>
          <p:cNvSpPr>
            <a:spLocks noGrp="1"/>
          </p:cNvSpPr>
          <p:nvPr>
            <p:ph type="pic" idx="18" hasCustomPrompt="1"/>
          </p:nvPr>
        </p:nvSpPr>
        <p:spPr>
          <a:xfrm>
            <a:off x="6912001"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4" name="Picture Placeholder 2">
            <a:extLst>
              <a:ext uri="{FF2B5EF4-FFF2-40B4-BE49-F238E27FC236}">
                <a16:creationId xmlns:a16="http://schemas.microsoft.com/office/drawing/2014/main" id="{1D84D540-B0D1-A3F3-16C3-DBCDF68AEDCB}"/>
              </a:ext>
            </a:extLst>
          </p:cNvPr>
          <p:cNvSpPr>
            <a:spLocks noGrp="1"/>
          </p:cNvSpPr>
          <p:nvPr>
            <p:ph type="pic" idx="19" hasCustomPrompt="1"/>
          </p:nvPr>
        </p:nvSpPr>
        <p:spPr>
          <a:xfrm>
            <a:off x="259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5" name="Picture Placeholder 2">
            <a:extLst>
              <a:ext uri="{FF2B5EF4-FFF2-40B4-BE49-F238E27FC236}">
                <a16:creationId xmlns:a16="http://schemas.microsoft.com/office/drawing/2014/main" id="{333B9BC4-AB46-2077-40AF-F49A6623B245}"/>
              </a:ext>
            </a:extLst>
          </p:cNvPr>
          <p:cNvSpPr>
            <a:spLocks noGrp="1"/>
          </p:cNvSpPr>
          <p:nvPr>
            <p:ph type="pic" idx="20" hasCustomPrompt="1"/>
          </p:nvPr>
        </p:nvSpPr>
        <p:spPr>
          <a:xfrm>
            <a:off x="403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6" name="Picture Placeholder 2">
            <a:extLst>
              <a:ext uri="{FF2B5EF4-FFF2-40B4-BE49-F238E27FC236}">
                <a16:creationId xmlns:a16="http://schemas.microsoft.com/office/drawing/2014/main" id="{4F325020-7EDA-0401-0326-CA20FD14EFF2}"/>
              </a:ext>
            </a:extLst>
          </p:cNvPr>
          <p:cNvSpPr>
            <a:spLocks noGrp="1"/>
          </p:cNvSpPr>
          <p:nvPr>
            <p:ph type="pic" idx="21" hasCustomPrompt="1"/>
          </p:nvPr>
        </p:nvSpPr>
        <p:spPr>
          <a:xfrm>
            <a:off x="5472000" y="1578441"/>
            <a:ext cx="1080000" cy="1080000"/>
          </a:xfrm>
          <a:prstGeom prst="roundRect">
            <a:avLst>
              <a:gd name="adj" fmla="val 9196"/>
            </a:avLst>
          </a:prstGeo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
        <p:nvSpPr>
          <p:cNvPr id="47" name="Text Placeholder 3">
            <a:extLst>
              <a:ext uri="{FF2B5EF4-FFF2-40B4-BE49-F238E27FC236}">
                <a16:creationId xmlns:a16="http://schemas.microsoft.com/office/drawing/2014/main" id="{2822EC88-CC5F-3DB1-B7CE-79206C9BD85F}"/>
              </a:ext>
            </a:extLst>
          </p:cNvPr>
          <p:cNvSpPr>
            <a:spLocks noGrp="1"/>
          </p:cNvSpPr>
          <p:nvPr>
            <p:ph type="body" sz="half" idx="22" hasCustomPrompt="1"/>
          </p:nvPr>
        </p:nvSpPr>
        <p:spPr>
          <a:xfrm>
            <a:off x="237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48" name="Text Placeholder 3">
            <a:extLst>
              <a:ext uri="{FF2B5EF4-FFF2-40B4-BE49-F238E27FC236}">
                <a16:creationId xmlns:a16="http://schemas.microsoft.com/office/drawing/2014/main" id="{243C3B91-AD50-06D9-29AA-A7DF3C4D8047}"/>
              </a:ext>
            </a:extLst>
          </p:cNvPr>
          <p:cNvSpPr>
            <a:spLocks noGrp="1"/>
          </p:cNvSpPr>
          <p:nvPr>
            <p:ph type="body" sz="half" idx="23" hasCustomPrompt="1"/>
          </p:nvPr>
        </p:nvSpPr>
        <p:spPr>
          <a:xfrm>
            <a:off x="237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49" name="Text Placeholder 3">
            <a:extLst>
              <a:ext uri="{FF2B5EF4-FFF2-40B4-BE49-F238E27FC236}">
                <a16:creationId xmlns:a16="http://schemas.microsoft.com/office/drawing/2014/main" id="{C7A6E551-E1BC-40D5-0999-D9B16F9F3C67}"/>
              </a:ext>
            </a:extLst>
          </p:cNvPr>
          <p:cNvSpPr>
            <a:spLocks noGrp="1"/>
          </p:cNvSpPr>
          <p:nvPr>
            <p:ph type="body" sz="half" idx="24" hasCustomPrompt="1"/>
          </p:nvPr>
        </p:nvSpPr>
        <p:spPr>
          <a:xfrm>
            <a:off x="381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0" name="Text Placeholder 3">
            <a:extLst>
              <a:ext uri="{FF2B5EF4-FFF2-40B4-BE49-F238E27FC236}">
                <a16:creationId xmlns:a16="http://schemas.microsoft.com/office/drawing/2014/main" id="{9C559630-8BBB-3BC5-5651-738094517EF9}"/>
              </a:ext>
            </a:extLst>
          </p:cNvPr>
          <p:cNvSpPr>
            <a:spLocks noGrp="1"/>
          </p:cNvSpPr>
          <p:nvPr>
            <p:ph type="body" sz="half" idx="25" hasCustomPrompt="1"/>
          </p:nvPr>
        </p:nvSpPr>
        <p:spPr>
          <a:xfrm>
            <a:off x="381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51" name="Text Placeholder 3">
            <a:extLst>
              <a:ext uri="{FF2B5EF4-FFF2-40B4-BE49-F238E27FC236}">
                <a16:creationId xmlns:a16="http://schemas.microsoft.com/office/drawing/2014/main" id="{D1A86AD4-DF64-11CB-7722-F545F1F74C81}"/>
              </a:ext>
            </a:extLst>
          </p:cNvPr>
          <p:cNvSpPr>
            <a:spLocks noGrp="1"/>
          </p:cNvSpPr>
          <p:nvPr>
            <p:ph type="body" sz="half" idx="26" hasCustomPrompt="1"/>
          </p:nvPr>
        </p:nvSpPr>
        <p:spPr>
          <a:xfrm>
            <a:off x="525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2" name="Text Placeholder 3">
            <a:extLst>
              <a:ext uri="{FF2B5EF4-FFF2-40B4-BE49-F238E27FC236}">
                <a16:creationId xmlns:a16="http://schemas.microsoft.com/office/drawing/2014/main" id="{E466D287-764D-5B29-1E16-B98F731C4F69}"/>
              </a:ext>
            </a:extLst>
          </p:cNvPr>
          <p:cNvSpPr>
            <a:spLocks noGrp="1"/>
          </p:cNvSpPr>
          <p:nvPr>
            <p:ph type="body" sz="half" idx="27" hasCustomPrompt="1"/>
          </p:nvPr>
        </p:nvSpPr>
        <p:spPr>
          <a:xfrm>
            <a:off x="525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
        <p:nvSpPr>
          <p:cNvPr id="53" name="Text Placeholder 3">
            <a:extLst>
              <a:ext uri="{FF2B5EF4-FFF2-40B4-BE49-F238E27FC236}">
                <a16:creationId xmlns:a16="http://schemas.microsoft.com/office/drawing/2014/main" id="{C5F35E2D-2D4E-9CF5-A3EC-F7FEFF6F05F1}"/>
              </a:ext>
            </a:extLst>
          </p:cNvPr>
          <p:cNvSpPr>
            <a:spLocks noGrp="1"/>
          </p:cNvSpPr>
          <p:nvPr>
            <p:ph type="body" sz="half" idx="28" hasCustomPrompt="1"/>
          </p:nvPr>
        </p:nvSpPr>
        <p:spPr>
          <a:xfrm>
            <a:off x="6696000" y="2804690"/>
            <a:ext cx="1440000" cy="288000"/>
          </a:xfrm>
        </p:spPr>
        <p:txBody>
          <a:bodyPr/>
          <a:lstStyle>
            <a:lvl1pPr marL="0" indent="0" algn="ctr">
              <a:lnSpc>
                <a:spcPct val="100000"/>
              </a:lnSpc>
              <a:buNone/>
              <a:defRPr sz="900" b="1"/>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a:t>
            </a:r>
          </a:p>
        </p:txBody>
      </p:sp>
      <p:sp>
        <p:nvSpPr>
          <p:cNvPr id="54" name="Text Placeholder 3">
            <a:extLst>
              <a:ext uri="{FF2B5EF4-FFF2-40B4-BE49-F238E27FC236}">
                <a16:creationId xmlns:a16="http://schemas.microsoft.com/office/drawing/2014/main" id="{4836249C-4A6E-9CE3-15EC-A54C1E395D86}"/>
              </a:ext>
            </a:extLst>
          </p:cNvPr>
          <p:cNvSpPr>
            <a:spLocks noGrp="1"/>
          </p:cNvSpPr>
          <p:nvPr>
            <p:ph type="body" sz="half" idx="29" hasCustomPrompt="1"/>
          </p:nvPr>
        </p:nvSpPr>
        <p:spPr>
          <a:xfrm>
            <a:off x="6696000" y="3127499"/>
            <a:ext cx="1440000" cy="720000"/>
          </a:xfrm>
        </p:spPr>
        <p:txBody>
          <a:bodyPr/>
          <a:lstStyle>
            <a:lvl1pPr marL="0" indent="0" algn="ctr">
              <a:lnSpc>
                <a:spcPct val="100000"/>
              </a:lnSpc>
              <a:buNone/>
              <a:defRPr sz="800" b="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job title</a:t>
            </a:r>
          </a:p>
        </p:txBody>
      </p:sp>
    </p:spTree>
    <p:extLst>
      <p:ext uri="{BB962C8B-B14F-4D97-AF65-F5344CB8AC3E}">
        <p14:creationId xmlns:p14="http://schemas.microsoft.com/office/powerpoint/2010/main" val="18137547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ly picture">
    <p:spTree>
      <p:nvGrpSpPr>
        <p:cNvPr id="1" name=""/>
        <p:cNvGrpSpPr/>
        <p:nvPr/>
      </p:nvGrpSpPr>
      <p:grpSpPr>
        <a:xfrm>
          <a:off x="0" y="0"/>
          <a:ext cx="0" cy="0"/>
          <a:chOff x="0" y="0"/>
          <a:chExt cx="0" cy="0"/>
        </a:xfrm>
      </p:grpSpPr>
      <p:sp>
        <p:nvSpPr>
          <p:cNvPr id="3" name="Picture Placeholder 2"/>
          <p:cNvSpPr>
            <a:spLocks noGrp="1" noChangeAspect="1"/>
          </p:cNvSpPr>
          <p:nvPr>
            <p:ph type="pic" idx="1" hasCustomPrompt="1"/>
          </p:nvPr>
        </p:nvSpPr>
        <p:spPr>
          <a:xfrm>
            <a:off x="0" y="0"/>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5" name="Date Placeholder 4"/>
          <p:cNvSpPr>
            <a:spLocks noGrp="1"/>
          </p:cNvSpPr>
          <p:nvPr>
            <p:ph type="dt" sz="half" idx="10"/>
          </p:nvPr>
        </p:nvSpPr>
        <p:spPr/>
        <p:txBody>
          <a:bodyPr/>
          <a:lstStyle/>
          <a:p>
            <a:r>
              <a:rPr lang="en-US"/>
              <a:t>03-02-2026</a:t>
            </a:r>
            <a:endParaRPr lang="en-GB"/>
          </a:p>
        </p:txBody>
      </p:sp>
      <p:sp>
        <p:nvSpPr>
          <p:cNvPr id="6" name="Footer Placeholder 5"/>
          <p:cNvSpPr>
            <a:spLocks noGrp="1"/>
          </p:cNvSpPr>
          <p:nvPr>
            <p:ph type="ftr" sz="quarter" idx="11"/>
          </p:nvPr>
        </p:nvSpPr>
        <p:spPr/>
        <p:txBody>
          <a:bodyPr/>
          <a:lstStyle/>
          <a:p>
            <a:r>
              <a:rPr lang="en-GB"/>
              <a:t>Title of the presentation &gt; edit via function Header and Footer</a:t>
            </a:r>
          </a:p>
        </p:txBody>
      </p:sp>
      <p:sp>
        <p:nvSpPr>
          <p:cNvPr id="7" name="Slide Number Placeholder 6"/>
          <p:cNvSpPr>
            <a:spLocks noGrp="1"/>
          </p:cNvSpPr>
          <p:nvPr>
            <p:ph type="sldNum" sz="quarter" idx="12"/>
          </p:nvPr>
        </p:nvSpPr>
        <p:spPr/>
        <p:txBody>
          <a:bodyPr/>
          <a:lstStyle/>
          <a:p>
            <a:fld id="{14F762CC-E26B-C842-AA66-20B198660116}" type="slidenum">
              <a:rPr lang="en-GB" smtClean="0"/>
              <a:t>‹#›</a:t>
            </a:fld>
            <a:endParaRPr lang="en-GB"/>
          </a:p>
        </p:txBody>
      </p:sp>
      <p:sp>
        <p:nvSpPr>
          <p:cNvPr id="4" name="Picture Placeholder 3">
            <a:extLst>
              <a:ext uri="{FF2B5EF4-FFF2-40B4-BE49-F238E27FC236}">
                <a16:creationId xmlns:a16="http://schemas.microsoft.com/office/drawing/2014/main" id="{3FEE4A36-7C0B-E66E-D53D-CB3E52A8C5D1}"/>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4078376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tatement with picture">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82AF7A81-491C-298B-D9A0-98FC1589BA4E}"/>
              </a:ext>
            </a:extLst>
          </p:cNvPr>
          <p:cNvSpPr>
            <a:spLocks noGrp="1" noChangeAspect="1"/>
          </p:cNvSpPr>
          <p:nvPr>
            <p:ph type="pic" idx="1" hasCustomPrompt="1"/>
          </p:nvPr>
        </p:nvSpPr>
        <p:spPr>
          <a:xfrm>
            <a:off x="0" y="0"/>
            <a:ext cx="9144000" cy="5143499"/>
          </a:xfrm>
          <a:solidFill>
            <a:schemeClr val="bg1">
              <a:lumMod val="85000"/>
            </a:schemeClr>
          </a:solidFill>
        </p:spPr>
        <p:txBody>
          <a:bodyPr lIns="360000" tIns="360000" rIns="360000" anchor="t"/>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 </a:t>
            </a:r>
          </a:p>
        </p:txBody>
      </p:sp>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7" name="Title 1">
            <a:extLst>
              <a:ext uri="{FF2B5EF4-FFF2-40B4-BE49-F238E27FC236}">
                <a16:creationId xmlns:a16="http://schemas.microsoft.com/office/drawing/2014/main" id="{995C42C3-BDE5-FC9D-32D0-C389E4681933}"/>
              </a:ext>
            </a:extLst>
          </p:cNvPr>
          <p:cNvSpPr>
            <a:spLocks noGrp="1"/>
          </p:cNvSpPr>
          <p:nvPr>
            <p:ph type="title" hasCustomPrompt="1"/>
          </p:nvPr>
        </p:nvSpPr>
        <p:spPr>
          <a:xfrm>
            <a:off x="252000" y="216000"/>
            <a:ext cx="6480000" cy="1728000"/>
          </a:xfrm>
        </p:spPr>
        <p:txBody>
          <a:bodyPr/>
          <a:lstStyle>
            <a:lvl1pPr algn="l">
              <a:defRPr sz="6400">
                <a:latin typeface="+mn-lt"/>
              </a:defRPr>
            </a:lvl1pPr>
          </a:lstStyle>
          <a:p>
            <a:r>
              <a:rPr lang="en-GB" dirty="0"/>
              <a:t>Click to edit title</a:t>
            </a:r>
            <a:endParaRPr lang="en-US" dirty="0"/>
          </a:p>
        </p:txBody>
      </p:sp>
      <p:sp>
        <p:nvSpPr>
          <p:cNvPr id="5" name="Picture Placeholder 4">
            <a:extLst>
              <a:ext uri="{FF2B5EF4-FFF2-40B4-BE49-F238E27FC236}">
                <a16:creationId xmlns:a16="http://schemas.microsoft.com/office/drawing/2014/main" id="{53B9E9FE-A626-4BFB-03DB-82D696F8226F}"/>
              </a:ext>
            </a:extLst>
          </p:cNvPr>
          <p:cNvSpPr>
            <a:spLocks noGrp="1"/>
          </p:cNvSpPr>
          <p:nvPr>
            <p:ph type="pic" idx="16" hasCustomPrompt="1"/>
          </p:nvPr>
        </p:nvSpPr>
        <p:spPr>
          <a:xfrm>
            <a:off x="7416000" y="4608000"/>
            <a:ext cx="1512000" cy="316800"/>
          </a:xfrm>
          <a:custGeom>
            <a:avLst/>
            <a:gdLst>
              <a:gd name="csX0" fmla="*/ 0 w 1512000"/>
              <a:gd name="csY0" fmla="*/ 0 h 316800"/>
              <a:gd name="csX1" fmla="*/ 1512000 w 1512000"/>
              <a:gd name="csY1" fmla="*/ 0 h 316800"/>
              <a:gd name="csX2" fmla="*/ 1512000 w 1512000"/>
              <a:gd name="csY2" fmla="*/ 316800 h 316800"/>
              <a:gd name="csX3" fmla="*/ 0 w 1512000"/>
              <a:gd name="csY3" fmla="*/ 316800 h 316800"/>
            </a:gdLst>
            <a:ahLst/>
            <a:cxnLst>
              <a:cxn ang="0">
                <a:pos x="csX0" y="csY0"/>
              </a:cxn>
              <a:cxn ang="0">
                <a:pos x="csX1" y="csY1"/>
              </a:cxn>
              <a:cxn ang="0">
                <a:pos x="csX2" y="csY2"/>
              </a:cxn>
              <a:cxn ang="0">
                <a:pos x="csX3" y="csY3"/>
              </a:cxn>
            </a:cxnLst>
            <a:rect l="l" t="t" r="r" b="b"/>
            <a:pathLst>
              <a:path w="1512000" h="316800">
                <a:moveTo>
                  <a:pt x="0" y="0"/>
                </a:moveTo>
                <a:lnTo>
                  <a:pt x="1512000" y="0"/>
                </a:lnTo>
                <a:lnTo>
                  <a:pt x="1512000" y="316800"/>
                </a:lnTo>
                <a:lnTo>
                  <a:pt x="0" y="316800"/>
                </a:lnTo>
                <a:close/>
              </a:path>
            </a:pathLst>
          </a:custGeom>
          <a:blipFill>
            <a:blip r:embed="rId2"/>
            <a:stretch>
              <a:fillRect/>
            </a:stretch>
          </a:blipFill>
        </p:spPr>
        <p:txBody>
          <a:bodyPr wrap="square" lIns="360000" tIns="360000" rIns="360000" anchor="t">
            <a:noAutofit/>
          </a:bodyPr>
          <a:lstStyle>
            <a:lvl1pPr marL="0" indent="0" algn="ctr">
              <a:lnSpc>
                <a:spcPts val="2000"/>
              </a:lnSpc>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 </a:t>
            </a:r>
            <a:endParaRPr lang="en-US" dirty="0"/>
          </a:p>
        </p:txBody>
      </p:sp>
    </p:spTree>
    <p:extLst>
      <p:ext uri="{BB962C8B-B14F-4D97-AF65-F5344CB8AC3E}">
        <p14:creationId xmlns:p14="http://schemas.microsoft.com/office/powerpoint/2010/main" val="241212252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6" name="Title 1">
            <a:extLst>
              <a:ext uri="{FF2B5EF4-FFF2-40B4-BE49-F238E27FC236}">
                <a16:creationId xmlns:a16="http://schemas.microsoft.com/office/drawing/2014/main" id="{ECEC6F6B-2C85-5CE7-3AEA-ED5DE15EF9A9}"/>
              </a:ext>
            </a:extLst>
          </p:cNvPr>
          <p:cNvSpPr>
            <a:spLocks noGrp="1"/>
          </p:cNvSpPr>
          <p:nvPr>
            <p:ph type="title" hasCustomPrompt="1"/>
          </p:nvPr>
        </p:nvSpPr>
        <p:spPr>
          <a:xfrm>
            <a:off x="1332000" y="1692000"/>
            <a:ext cx="6480000" cy="1728000"/>
          </a:xfrm>
        </p:spPr>
        <p:txBody>
          <a:bodyPr/>
          <a:lstStyle>
            <a:lvl1pPr algn="ctr">
              <a:defRPr sz="6400">
                <a:latin typeface="+mn-lt"/>
              </a:defRPr>
            </a:lvl1pPr>
          </a:lstStyle>
          <a:p>
            <a:r>
              <a:rPr lang="en-GB" dirty="0"/>
              <a:t>Click to edit title</a:t>
            </a:r>
            <a:endParaRPr lang="en-US" dirty="0"/>
          </a:p>
        </p:txBody>
      </p:sp>
      <p:pic>
        <p:nvPicPr>
          <p:cNvPr id="7" name="Picture 6" descr="Logo Centric">
            <a:extLst>
              <a:ext uri="{FF2B5EF4-FFF2-40B4-BE49-F238E27FC236}">
                <a16:creationId xmlns:a16="http://schemas.microsoft.com/office/drawing/2014/main" id="{F5620D81-10E4-47AB-DCD7-E1B4A5BDB400}"/>
              </a:ext>
            </a:extLst>
          </p:cNvPr>
          <p:cNvPicPr>
            <a:picLocks noChangeAspect="1"/>
          </p:cNvPicPr>
          <p:nvPr userDrawn="1"/>
        </p:nvPicPr>
        <p:blipFill>
          <a:blip r:embed="rId3"/>
          <a:srcRect/>
          <a:stretch/>
        </p:blipFill>
        <p:spPr>
          <a:xfrm>
            <a:off x="7416800" y="4608000"/>
            <a:ext cx="1511300" cy="317500"/>
          </a:xfrm>
          <a:prstGeom prst="rect">
            <a:avLst/>
          </a:prstGeom>
        </p:spPr>
      </p:pic>
    </p:spTree>
    <p:extLst>
      <p:ext uri="{BB962C8B-B14F-4D97-AF65-F5344CB8AC3E}">
        <p14:creationId xmlns:p14="http://schemas.microsoft.com/office/powerpoint/2010/main" val="8608172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endParaRPr lang="en-GB">
              <a:solidFill>
                <a:srgbClr val="ECECEC"/>
              </a:solidFill>
            </a:endParaRP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sp>
        <p:nvSpPr>
          <p:cNvPr id="5" name="Subtitle 2">
            <a:extLst>
              <a:ext uri="{FF2B5EF4-FFF2-40B4-BE49-F238E27FC236}">
                <a16:creationId xmlns:a16="http://schemas.microsoft.com/office/drawing/2014/main" id="{3383F637-A8E0-C0BF-7CB1-D3507CDA6A72}"/>
              </a:ext>
            </a:extLst>
          </p:cNvPr>
          <p:cNvSpPr>
            <a:spLocks noGrp="1"/>
          </p:cNvSpPr>
          <p:nvPr>
            <p:ph type="subTitle" idx="1"/>
          </p:nvPr>
        </p:nvSpPr>
        <p:spPr>
          <a:xfrm>
            <a:off x="252000" y="1296000"/>
            <a:ext cx="7056000" cy="360000"/>
          </a:xfrm>
        </p:spPr>
        <p:txBody>
          <a:bodyPr anchor="t" anchorCtr="0"/>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6" name="Title 1">
            <a:extLst>
              <a:ext uri="{FF2B5EF4-FFF2-40B4-BE49-F238E27FC236}">
                <a16:creationId xmlns:a16="http://schemas.microsoft.com/office/drawing/2014/main" id="{ECEC6F6B-2C85-5CE7-3AEA-ED5DE15EF9A9}"/>
              </a:ext>
            </a:extLst>
          </p:cNvPr>
          <p:cNvSpPr>
            <a:spLocks noGrp="1"/>
          </p:cNvSpPr>
          <p:nvPr>
            <p:ph type="title" hasCustomPrompt="1"/>
          </p:nvPr>
        </p:nvSpPr>
        <p:spPr>
          <a:xfrm>
            <a:off x="252000" y="234000"/>
            <a:ext cx="7056000" cy="936000"/>
          </a:xfrm>
        </p:spPr>
        <p:txBody>
          <a:bodyPr/>
          <a:lstStyle>
            <a:lvl1pPr>
              <a:defRPr sz="6400">
                <a:latin typeface="+mn-lt"/>
              </a:defRPr>
            </a:lvl1pPr>
          </a:lstStyle>
          <a:p>
            <a:r>
              <a:rPr lang="en-GB" dirty="0"/>
              <a:t>Click to edit title</a:t>
            </a:r>
            <a:endParaRPr lang="en-US" dirty="0"/>
          </a:p>
        </p:txBody>
      </p:sp>
      <p:sp>
        <p:nvSpPr>
          <p:cNvPr id="8" name="Text Placeholder 3">
            <a:extLst>
              <a:ext uri="{FF2B5EF4-FFF2-40B4-BE49-F238E27FC236}">
                <a16:creationId xmlns:a16="http://schemas.microsoft.com/office/drawing/2014/main" id="{591A036F-1D5F-46BF-139A-DA0EEC4C53BE}"/>
              </a:ext>
            </a:extLst>
          </p:cNvPr>
          <p:cNvSpPr>
            <a:spLocks noGrp="1"/>
          </p:cNvSpPr>
          <p:nvPr>
            <p:ph type="body" sz="half" idx="13" hasCustomPrompt="1"/>
          </p:nvPr>
        </p:nvSpPr>
        <p:spPr>
          <a:xfrm>
            <a:off x="252000" y="3078000"/>
            <a:ext cx="2880000" cy="162000"/>
          </a:xfrm>
        </p:spPr>
        <p:txBody>
          <a:bodyPr/>
          <a:lstStyle>
            <a:lvl1pPr marL="0" indent="0">
              <a:lnSpc>
                <a:spcPct val="100000"/>
              </a:lnSpc>
              <a:buNone/>
              <a:defRPr sz="1000" b="1">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of department or team</a:t>
            </a:r>
          </a:p>
        </p:txBody>
      </p:sp>
      <p:sp>
        <p:nvSpPr>
          <p:cNvPr id="9" name="Text Placeholder 3">
            <a:extLst>
              <a:ext uri="{FF2B5EF4-FFF2-40B4-BE49-F238E27FC236}">
                <a16:creationId xmlns:a16="http://schemas.microsoft.com/office/drawing/2014/main" id="{22318CEF-C16A-0E23-8C5F-DAB6C2550C9A}"/>
              </a:ext>
            </a:extLst>
          </p:cNvPr>
          <p:cNvSpPr>
            <a:spLocks noGrp="1"/>
          </p:cNvSpPr>
          <p:nvPr>
            <p:ph type="body" sz="half" idx="14" hasCustomPrompt="1"/>
          </p:nvPr>
        </p:nvSpPr>
        <p:spPr>
          <a:xfrm>
            <a:off x="252000" y="3240000"/>
            <a:ext cx="2880000" cy="504000"/>
          </a:xfrm>
        </p:spPr>
        <p:txBody>
          <a:bodyPr/>
          <a:lstStyle>
            <a:lvl1pPr marL="0" indent="0">
              <a:lnSpc>
                <a:spcPct val="100000"/>
              </a:lnSpc>
              <a:buNone/>
              <a:defRPr sz="1000">
                <a:solidFill>
                  <a:schemeClr val="bg2"/>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name, </a:t>
            </a:r>
          </a:p>
          <a:p>
            <a:pPr lvl="0"/>
            <a:r>
              <a:rPr lang="en-GB" dirty="0"/>
              <a:t>function and </a:t>
            </a:r>
            <a:br>
              <a:rPr lang="en-GB" dirty="0"/>
            </a:br>
            <a:r>
              <a:rPr lang="en-GB" dirty="0"/>
              <a:t>Business unit</a:t>
            </a:r>
          </a:p>
        </p:txBody>
      </p:sp>
    </p:spTree>
    <p:extLst>
      <p:ext uri="{BB962C8B-B14F-4D97-AF65-F5344CB8AC3E}">
        <p14:creationId xmlns:p14="http://schemas.microsoft.com/office/powerpoint/2010/main" val="223735295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blank" preserve="1">
  <p:cSld name="E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76000" y="5760000"/>
            <a:ext cx="720000" cy="144000"/>
          </a:xfrm>
        </p:spPr>
        <p:txBody>
          <a:bodyPr/>
          <a:lstStyle>
            <a:lvl1pPr>
              <a:defRPr>
                <a:solidFill>
                  <a:srgbClr val="ECECEC"/>
                </a:solidFill>
              </a:defRPr>
            </a:lvl1pPr>
          </a:lstStyle>
          <a:p>
            <a:r>
              <a:rPr lang="en-US"/>
              <a:t>03-02-2026</a:t>
            </a:r>
            <a:endParaRPr lang="en-GB"/>
          </a:p>
        </p:txBody>
      </p:sp>
      <p:sp>
        <p:nvSpPr>
          <p:cNvPr id="3" name="Footer Placeholder 2"/>
          <p:cNvSpPr>
            <a:spLocks noGrp="1"/>
          </p:cNvSpPr>
          <p:nvPr>
            <p:ph type="ftr" sz="quarter" idx="11"/>
          </p:nvPr>
        </p:nvSpPr>
        <p:spPr>
          <a:xfrm>
            <a:off x="1296000" y="5760000"/>
            <a:ext cx="4716000" cy="144000"/>
          </a:xfrm>
        </p:spPr>
        <p:txBody>
          <a:bodyPr/>
          <a:lstStyle>
            <a:lvl1pPr>
              <a:defRPr>
                <a:solidFill>
                  <a:srgbClr val="ECECEC"/>
                </a:solidFill>
              </a:defRPr>
            </a:lvl1pPr>
          </a:lstStyle>
          <a:p>
            <a:r>
              <a:rPr lang="en-GB"/>
              <a:t>Title of the presentation &gt; edit via function Header and Footer</a:t>
            </a:r>
          </a:p>
        </p:txBody>
      </p:sp>
      <p:sp>
        <p:nvSpPr>
          <p:cNvPr id="4" name="Slide Number Placeholder 3"/>
          <p:cNvSpPr>
            <a:spLocks noGrp="1"/>
          </p:cNvSpPr>
          <p:nvPr>
            <p:ph type="sldNum" sz="quarter" idx="12"/>
          </p:nvPr>
        </p:nvSpPr>
        <p:spPr>
          <a:xfrm>
            <a:off x="252000" y="5760000"/>
            <a:ext cx="252000" cy="144000"/>
          </a:xfrm>
        </p:spPr>
        <p:txBody>
          <a:bodyPr/>
          <a:lstStyle>
            <a:lvl1pPr>
              <a:defRPr>
                <a:solidFill>
                  <a:srgbClr val="ECECEC"/>
                </a:solidFill>
              </a:defRPr>
            </a:lvl1pPr>
          </a:lstStyle>
          <a:p>
            <a:fld id="{14F762CC-E26B-C842-AA66-20B198660116}" type="slidenum">
              <a:rPr lang="en-GB" smtClean="0"/>
              <a:pPr/>
              <a:t>‹#›</a:t>
            </a:fld>
            <a:endParaRPr lang="en-GB"/>
          </a:p>
        </p:txBody>
      </p:sp>
      <p:pic>
        <p:nvPicPr>
          <p:cNvPr id="6" name="Picture 5" descr="Logo Centric">
            <a:extLst>
              <a:ext uri="{FF2B5EF4-FFF2-40B4-BE49-F238E27FC236}">
                <a16:creationId xmlns:a16="http://schemas.microsoft.com/office/drawing/2014/main" id="{0991EA91-3BF8-67F2-A1BF-291549C09172}"/>
              </a:ext>
            </a:extLst>
          </p:cNvPr>
          <p:cNvPicPr>
            <a:picLocks noChangeAspect="1"/>
          </p:cNvPicPr>
          <p:nvPr userDrawn="1"/>
        </p:nvPicPr>
        <p:blipFill>
          <a:blip r:embed="rId3"/>
          <a:srcRect/>
          <a:stretch/>
        </p:blipFill>
        <p:spPr>
          <a:xfrm>
            <a:off x="2232000" y="1984628"/>
            <a:ext cx="4508500" cy="1222644"/>
          </a:xfrm>
          <a:prstGeom prst="rect">
            <a:avLst/>
          </a:prstGeom>
        </p:spPr>
      </p:pic>
    </p:spTree>
    <p:extLst>
      <p:ext uri="{BB962C8B-B14F-4D97-AF65-F5344CB8AC3E}">
        <p14:creationId xmlns:p14="http://schemas.microsoft.com/office/powerpoint/2010/main" val="176467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slideLayout" Target="../slideLayouts/slideLayout42.xml"/><Relationship Id="rId13" Type="http://schemas.openxmlformats.org/officeDocument/2006/relationships/slideLayout" Target="../slideLayouts/slideLayout43.xml"/><Relationship Id="rId14" Type="http://schemas.openxmlformats.org/officeDocument/2006/relationships/slideLayout" Target="../slideLayouts/slideLayout44.xml"/><Relationship Id="rId15" Type="http://schemas.openxmlformats.org/officeDocument/2006/relationships/slideLayout" Target="../slideLayouts/slideLayout45.xml"/><Relationship Id="rId16" Type="http://schemas.openxmlformats.org/officeDocument/2006/relationships/slideLayout" Target="../slideLayouts/slideLayout46.xml"/><Relationship Id="rId17" Type="http://schemas.openxmlformats.org/officeDocument/2006/relationships/slideLayout" Target="../slideLayouts/slideLayout47.xml"/><Relationship Id="rId18" Type="http://schemas.openxmlformats.org/officeDocument/2006/relationships/slideLayout" Target="../slideLayouts/slideLayout48.xml"/><Relationship Id="rId19" Type="http://schemas.openxmlformats.org/officeDocument/2006/relationships/slideLayout" Target="../slideLayouts/slideLayout49.xml"/><Relationship Id="rId20" Type="http://schemas.openxmlformats.org/officeDocument/2006/relationships/slideLayout" Target="../slideLayouts/slideLayout50.xml"/><Relationship Id="rId21" Type="http://schemas.openxmlformats.org/officeDocument/2006/relationships/slideLayout" Target="../slideLayouts/slideLayout51.xml"/><Relationship Id="rId22" Type="http://schemas.openxmlformats.org/officeDocument/2006/relationships/slideLayout" Target="../slideLayouts/slideLayout52.xml"/><Relationship Id="rId23" Type="http://schemas.openxmlformats.org/officeDocument/2006/relationships/slideLayout" Target="../slideLayouts/slideLayout53.xml"/><Relationship Id="rId24" Type="http://schemas.openxmlformats.org/officeDocument/2006/relationships/slideLayout" Target="../slideLayouts/slideLayout54.xml"/><Relationship Id="rId25" Type="http://schemas.openxmlformats.org/officeDocument/2006/relationships/slideLayout" Target="../slideLayouts/slideLayout55.xml"/><Relationship Id="rId26" Type="http://schemas.openxmlformats.org/officeDocument/2006/relationships/slideLayout" Target="../slideLayouts/slideLayout56.xml"/><Relationship Id="rId27" Type="http://schemas.openxmlformats.org/officeDocument/2006/relationships/slideLayout" Target="../slideLayouts/slideLayout57.xml"/><Relationship Id="rId28" Type="http://schemas.openxmlformats.org/officeDocument/2006/relationships/slideLayout" Target="../slideLayouts/slideLayout58.xml"/><Relationship Id="rId29" Type="http://schemas.openxmlformats.org/officeDocument/2006/relationships/slideLayout" Target="../slideLayouts/slideLayout59.xml"/><Relationship Id="rId30" Type="http://schemas.openxmlformats.org/officeDocument/2006/relationships/slideLayout" Target="../slideLayouts/slideLayout60.xml"/><Relationship Id="rId31" Type="http://schemas.openxmlformats.org/officeDocument/2006/relationships/theme" Target="../theme/theme2.xml"/><Relationship Id="rId3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001" y="216000"/>
            <a:ext cx="8640000" cy="864000"/>
          </a:xfrm>
          <a:prstGeom prst="rect">
            <a:avLst/>
          </a:prstGeom>
        </p:spPr>
        <p:txBody>
          <a:bodyPr vert="horz" lIns="0" tIns="1800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252000" y="1331999"/>
            <a:ext cx="4212000" cy="3276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6000" y="4788000"/>
            <a:ext cx="720000" cy="144000"/>
          </a:xfrm>
          <a:prstGeom prst="rect">
            <a:avLst/>
          </a:prstGeom>
        </p:spPr>
        <p:txBody>
          <a:bodyPr vert="horz" lIns="0" tIns="3600" rIns="0" bIns="0" rtlCol="0" anchor="t" anchorCtr="0">
            <a:noAutofit/>
          </a:bodyPr>
          <a:lstStyle>
            <a:lvl1pPr algn="l">
              <a:defRPr sz="800">
                <a:solidFill>
                  <a:schemeClr val="bg2"/>
                </a:solidFill>
              </a:defRPr>
            </a:lvl1pPr>
          </a:lstStyle>
          <a:p>
            <a:r>
              <a:rPr lang="en-US"/>
              <a:t>03-02-2026</a:t>
            </a:r>
            <a:endParaRPr lang="en-GB" dirty="0"/>
          </a:p>
        </p:txBody>
      </p:sp>
      <p:sp>
        <p:nvSpPr>
          <p:cNvPr id="5" name="Footer Placeholder 4"/>
          <p:cNvSpPr>
            <a:spLocks noGrp="1"/>
          </p:cNvSpPr>
          <p:nvPr>
            <p:ph type="ftr" sz="quarter" idx="3"/>
          </p:nvPr>
        </p:nvSpPr>
        <p:spPr>
          <a:xfrm>
            <a:off x="1296000" y="4788000"/>
            <a:ext cx="4716000" cy="144000"/>
          </a:xfrm>
          <a:prstGeom prst="rect">
            <a:avLst/>
          </a:prstGeom>
        </p:spPr>
        <p:txBody>
          <a:bodyPr vert="horz" lIns="0" tIns="3600" rIns="0" bIns="0" rtlCol="0" anchor="t" anchorCtr="0">
            <a:noAutofit/>
          </a:bodyPr>
          <a:lstStyle>
            <a:lvl1pPr algn="l">
              <a:defRPr sz="800">
                <a:solidFill>
                  <a:schemeClr val="bg2"/>
                </a:solidFill>
              </a:defRPr>
            </a:lvl1pPr>
          </a:lstStyle>
          <a:p>
            <a:r>
              <a:rPr lang="en-GB"/>
              <a:t>Title of the presentation &gt; edit via function Header and Footer</a:t>
            </a:r>
            <a:endParaRPr lang="en-GB" dirty="0"/>
          </a:p>
        </p:txBody>
      </p:sp>
      <p:sp>
        <p:nvSpPr>
          <p:cNvPr id="6" name="Slide Number Placeholder 5"/>
          <p:cNvSpPr>
            <a:spLocks noGrp="1"/>
          </p:cNvSpPr>
          <p:nvPr>
            <p:ph type="sldNum" sz="quarter" idx="4"/>
          </p:nvPr>
        </p:nvSpPr>
        <p:spPr>
          <a:xfrm>
            <a:off x="252000" y="4788000"/>
            <a:ext cx="252000" cy="144000"/>
          </a:xfrm>
          <a:prstGeom prst="rect">
            <a:avLst/>
          </a:prstGeom>
        </p:spPr>
        <p:txBody>
          <a:bodyPr vert="horz" lIns="0" tIns="3600" rIns="0" bIns="0" rtlCol="0" anchor="t" anchorCtr="0">
            <a:noAutofit/>
          </a:bodyPr>
          <a:lstStyle>
            <a:lvl1pPr algn="l">
              <a:defRPr sz="800">
                <a:solidFill>
                  <a:schemeClr val="bg2"/>
                </a:solidFill>
              </a:defRPr>
            </a:lvl1pPr>
          </a:lstStyle>
          <a:p>
            <a:fld id="{14F762CC-E26B-C842-AA66-20B198660116}" type="slidenum">
              <a:rPr lang="en-GB" smtClean="0"/>
              <a:pPr/>
              <a:t>‹#›</a:t>
            </a:fld>
            <a:endParaRPr lang="en-GB" dirty="0"/>
          </a:p>
        </p:txBody>
      </p:sp>
      <p:pic>
        <p:nvPicPr>
          <p:cNvPr id="8" name="Picture 7" descr="Logo Centric">
            <a:extLst>
              <a:ext uri="{FF2B5EF4-FFF2-40B4-BE49-F238E27FC236}">
                <a16:creationId xmlns:a16="http://schemas.microsoft.com/office/drawing/2014/main" id="{256E7DC8-AC4A-2DE9-D9EA-7ECEF77EC819}"/>
              </a:ext>
            </a:extLst>
          </p:cNvPr>
          <p:cNvPicPr>
            <a:picLocks noChangeAspect="1"/>
          </p:cNvPicPr>
          <p:nvPr userDrawn="1"/>
        </p:nvPicPr>
        <p:blipFill>
          <a:blip r:embed="rId32"/>
          <a:srcRect/>
          <a:stretch/>
        </p:blipFill>
        <p:spPr>
          <a:xfrm>
            <a:off x="7416800" y="4608000"/>
            <a:ext cx="1511300" cy="317500"/>
          </a:xfrm>
          <a:prstGeom prst="rect">
            <a:avLst/>
          </a:prstGeom>
        </p:spPr>
      </p:pic>
    </p:spTree>
    <p:extLst>
      <p:ext uri="{BB962C8B-B14F-4D97-AF65-F5344CB8AC3E}">
        <p14:creationId xmlns:p14="http://schemas.microsoft.com/office/powerpoint/2010/main" val="233946196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58" r:id="rId28"/>
    <p:sldLayoutId id="2147483725" r:id="rId29"/>
    <p:sldLayoutId id="2147483757" r:id="rId30"/>
  </p:sldLayoutIdLst>
  <p:hf hdr="0" ftr="0" dt="0"/>
  <p:txStyles>
    <p:titleStyle>
      <a:lvl1pPr algn="l" defTabSz="685800" rtl="0" eaLnBrk="1" latinLnBrk="0" hangingPunct="1">
        <a:lnSpc>
          <a:spcPct val="82000"/>
        </a:lnSpc>
        <a:spcBef>
          <a:spcPct val="0"/>
        </a:spcBef>
        <a:buNone/>
        <a:defRPr sz="3200" kern="1200" spc="-100" baseline="0">
          <a:solidFill>
            <a:schemeClr val="accent1"/>
          </a:solidFill>
          <a:latin typeface="+mn-lt"/>
          <a:ea typeface="+mj-ea"/>
          <a:cs typeface="+mj-cs"/>
        </a:defRPr>
      </a:lvl1pPr>
    </p:titleStyle>
    <p:bodyStyle>
      <a:lvl1pPr marL="0" indent="0" algn="l" defTabSz="685800" rtl="0" eaLnBrk="1" latinLnBrk="0" hangingPunct="1">
        <a:lnSpc>
          <a:spcPct val="125000"/>
        </a:lnSpc>
        <a:spcBef>
          <a:spcPts val="0"/>
        </a:spcBef>
        <a:buFontTx/>
        <a:buNone/>
        <a:defRPr sz="1400" kern="1200" spc="-30" baseline="0">
          <a:solidFill>
            <a:schemeClr val="bg2"/>
          </a:solidFill>
          <a:latin typeface="+mn-lt"/>
          <a:ea typeface="+mn-ea"/>
          <a:cs typeface="+mn-cs"/>
        </a:defRPr>
      </a:lvl1pPr>
      <a:lvl2pPr marL="180000" indent="-180000" algn="l" defTabSz="685800" rtl="0" eaLnBrk="1" latinLnBrk="0" hangingPunct="1">
        <a:lnSpc>
          <a:spcPct val="125000"/>
        </a:lnSpc>
        <a:spcBef>
          <a:spcPts val="0"/>
        </a:spcBef>
        <a:buSzPct val="110000"/>
        <a:buFont typeface="Arial" panose="020B0604020202020204" pitchFamily="34" charset="0"/>
        <a:buChar char="•"/>
        <a:defRPr sz="1400" kern="1200" spc="-30" baseline="0">
          <a:solidFill>
            <a:schemeClr val="bg2"/>
          </a:solidFill>
          <a:latin typeface="+mn-lt"/>
          <a:ea typeface="+mn-ea"/>
          <a:cs typeface="+mn-cs"/>
        </a:defRPr>
      </a:lvl2pPr>
      <a:lvl3pPr marL="360000" indent="-180000" algn="l" defTabSz="685800" rtl="0" eaLnBrk="1" latinLnBrk="0" hangingPunct="1">
        <a:lnSpc>
          <a:spcPct val="125000"/>
        </a:lnSpc>
        <a:spcBef>
          <a:spcPts val="0"/>
        </a:spcBef>
        <a:buFont typeface="Wingdings" pitchFamily="2" charset="2"/>
        <a:buChar char="§"/>
        <a:defRPr sz="1400" kern="1200" spc="-30" baseline="0">
          <a:solidFill>
            <a:schemeClr val="bg2"/>
          </a:solidFill>
          <a:latin typeface="+mn-lt"/>
          <a:ea typeface="+mn-ea"/>
          <a:cs typeface="+mn-cs"/>
        </a:defRPr>
      </a:lvl3pPr>
      <a:lvl4pPr marL="540000" indent="-180000" algn="l" defTabSz="685800" rtl="0" eaLnBrk="1" latinLnBrk="0" hangingPunct="1">
        <a:lnSpc>
          <a:spcPct val="125000"/>
        </a:lnSpc>
        <a:spcBef>
          <a:spcPts val="0"/>
        </a:spcBef>
        <a:buSzPct val="85000"/>
        <a:buFont typeface="Courier New" panose="02070309020205020404" pitchFamily="49" charset="0"/>
        <a:buChar char="o"/>
        <a:defRPr sz="1400" kern="1200" spc="-30" baseline="0">
          <a:solidFill>
            <a:schemeClr val="bg2"/>
          </a:solidFill>
          <a:latin typeface="+mn-lt"/>
          <a:ea typeface="+mn-ea"/>
          <a:cs typeface="+mn-cs"/>
        </a:defRPr>
      </a:lvl4pPr>
      <a:lvl5pPr marL="720000" indent="-180000" algn="l" defTabSz="685800" rtl="0" eaLnBrk="1" latinLnBrk="0" hangingPunct="1">
        <a:lnSpc>
          <a:spcPct val="125000"/>
        </a:lnSpc>
        <a:spcBef>
          <a:spcPts val="0"/>
        </a:spcBef>
        <a:buSzPct val="75000"/>
        <a:buFont typeface="Arial" panose="020B0604020202020204" pitchFamily="34" charset="0"/>
        <a:buChar char="□"/>
        <a:defRPr sz="1400" kern="1200" spc="-30" baseline="0">
          <a:solidFill>
            <a:schemeClr val="bg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2001" y="216000"/>
            <a:ext cx="8640000" cy="864000"/>
          </a:xfrm>
          <a:prstGeom prst="rect">
            <a:avLst/>
          </a:prstGeom>
        </p:spPr>
        <p:txBody>
          <a:bodyPr vert="horz" lIns="0" tIns="18000" rIns="0" bIns="0" rtlCol="0" anchor="t" anchorCtr="0">
            <a:noAutofit/>
          </a:bodyPr>
          <a:lstStyle/>
          <a:p>
            <a:r>
              <a:rPr lang="en-GB"/>
              <a:t>Click to edit Master title style</a:t>
            </a:r>
            <a:endParaRPr lang="en-US" dirty="0"/>
          </a:p>
        </p:txBody>
      </p:sp>
      <p:sp>
        <p:nvSpPr>
          <p:cNvPr id="3" name="Text Placeholder 2"/>
          <p:cNvSpPr>
            <a:spLocks noGrp="1"/>
          </p:cNvSpPr>
          <p:nvPr>
            <p:ph type="body" idx="1"/>
          </p:nvPr>
        </p:nvSpPr>
        <p:spPr>
          <a:xfrm>
            <a:off x="252000" y="1331999"/>
            <a:ext cx="4212000" cy="3276000"/>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76000" y="4788000"/>
            <a:ext cx="720000" cy="144000"/>
          </a:xfrm>
          <a:prstGeom prst="rect">
            <a:avLst/>
          </a:prstGeom>
        </p:spPr>
        <p:txBody>
          <a:bodyPr vert="horz" lIns="0" tIns="3600" rIns="0" bIns="0" rtlCol="0" anchor="t" anchorCtr="0">
            <a:noAutofit/>
          </a:bodyPr>
          <a:lstStyle>
            <a:lvl1pPr algn="l">
              <a:defRPr sz="800">
                <a:solidFill>
                  <a:schemeClr val="bg2"/>
                </a:solidFill>
              </a:defRPr>
            </a:lvl1pPr>
          </a:lstStyle>
          <a:p>
            <a:r>
              <a:rPr lang="en-US"/>
              <a:t>03-02-2026</a:t>
            </a:r>
            <a:endParaRPr lang="en-GB" dirty="0"/>
          </a:p>
        </p:txBody>
      </p:sp>
      <p:sp>
        <p:nvSpPr>
          <p:cNvPr id="5" name="Footer Placeholder 4"/>
          <p:cNvSpPr>
            <a:spLocks noGrp="1"/>
          </p:cNvSpPr>
          <p:nvPr>
            <p:ph type="ftr" sz="quarter" idx="3"/>
          </p:nvPr>
        </p:nvSpPr>
        <p:spPr>
          <a:xfrm>
            <a:off x="1296000" y="4788000"/>
            <a:ext cx="4716000" cy="144000"/>
          </a:xfrm>
          <a:prstGeom prst="rect">
            <a:avLst/>
          </a:prstGeom>
        </p:spPr>
        <p:txBody>
          <a:bodyPr vert="horz" lIns="0" tIns="3600" rIns="0" bIns="0" rtlCol="0" anchor="t" anchorCtr="0">
            <a:noAutofit/>
          </a:bodyPr>
          <a:lstStyle>
            <a:lvl1pPr algn="l">
              <a:defRPr sz="800">
                <a:solidFill>
                  <a:schemeClr val="bg2"/>
                </a:solidFill>
              </a:defRPr>
            </a:lvl1pPr>
          </a:lstStyle>
          <a:p>
            <a:r>
              <a:rPr lang="en-GB"/>
              <a:t>Title of the presentation &gt; edit via function Header and Footer</a:t>
            </a:r>
            <a:endParaRPr lang="en-GB" dirty="0"/>
          </a:p>
        </p:txBody>
      </p:sp>
      <p:sp>
        <p:nvSpPr>
          <p:cNvPr id="6" name="Slide Number Placeholder 5"/>
          <p:cNvSpPr>
            <a:spLocks noGrp="1"/>
          </p:cNvSpPr>
          <p:nvPr>
            <p:ph type="sldNum" sz="quarter" idx="4"/>
          </p:nvPr>
        </p:nvSpPr>
        <p:spPr>
          <a:xfrm>
            <a:off x="252000" y="4788000"/>
            <a:ext cx="252000" cy="144000"/>
          </a:xfrm>
          <a:prstGeom prst="rect">
            <a:avLst/>
          </a:prstGeom>
        </p:spPr>
        <p:txBody>
          <a:bodyPr vert="horz" lIns="0" tIns="3600" rIns="0" bIns="0" rtlCol="0" anchor="t" anchorCtr="0">
            <a:noAutofit/>
          </a:bodyPr>
          <a:lstStyle>
            <a:lvl1pPr algn="l">
              <a:defRPr sz="800">
                <a:solidFill>
                  <a:schemeClr val="bg2"/>
                </a:solidFill>
              </a:defRPr>
            </a:lvl1pPr>
          </a:lstStyle>
          <a:p>
            <a:fld id="{14F762CC-E26B-C842-AA66-20B198660116}" type="slidenum">
              <a:rPr lang="en-GB" smtClean="0"/>
              <a:pPr/>
              <a:t>‹#›</a:t>
            </a:fld>
            <a:endParaRPr lang="en-GB" dirty="0"/>
          </a:p>
        </p:txBody>
      </p:sp>
      <p:pic>
        <p:nvPicPr>
          <p:cNvPr id="8" name="Picture 7" descr="Logo Centric">
            <a:extLst>
              <a:ext uri="{FF2B5EF4-FFF2-40B4-BE49-F238E27FC236}">
                <a16:creationId xmlns:a16="http://schemas.microsoft.com/office/drawing/2014/main" id="{256E7DC8-AC4A-2DE9-D9EA-7ECEF77EC819}"/>
              </a:ext>
            </a:extLst>
          </p:cNvPr>
          <p:cNvPicPr>
            <a:picLocks noChangeAspect="1"/>
          </p:cNvPicPr>
          <p:nvPr userDrawn="1"/>
        </p:nvPicPr>
        <p:blipFill>
          <a:blip r:embed="rId32"/>
          <a:srcRect/>
          <a:stretch/>
        </p:blipFill>
        <p:spPr>
          <a:xfrm>
            <a:off x="7416800" y="4608000"/>
            <a:ext cx="1511300" cy="317500"/>
          </a:xfrm>
          <a:prstGeom prst="rect">
            <a:avLst/>
          </a:prstGeom>
        </p:spPr>
      </p:pic>
    </p:spTree>
    <p:extLst>
      <p:ext uri="{BB962C8B-B14F-4D97-AF65-F5344CB8AC3E}">
        <p14:creationId xmlns:p14="http://schemas.microsoft.com/office/powerpoint/2010/main" val="2392144477"/>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Lst>
  <p:hf hdr="0" ftr="0" dt="0"/>
  <p:txStyles>
    <p:titleStyle>
      <a:lvl1pPr algn="l" defTabSz="685800" rtl="0" eaLnBrk="1" latinLnBrk="0" hangingPunct="1">
        <a:lnSpc>
          <a:spcPct val="82000"/>
        </a:lnSpc>
        <a:spcBef>
          <a:spcPct val="0"/>
        </a:spcBef>
        <a:buNone/>
        <a:defRPr sz="3200" kern="1200" spc="-100" baseline="0">
          <a:solidFill>
            <a:schemeClr val="accent1"/>
          </a:solidFill>
          <a:latin typeface="+mn-lt"/>
          <a:ea typeface="+mj-ea"/>
          <a:cs typeface="+mj-cs"/>
        </a:defRPr>
      </a:lvl1pPr>
    </p:titleStyle>
    <p:bodyStyle>
      <a:lvl1pPr marL="0" indent="0" algn="l" defTabSz="685800" rtl="0" eaLnBrk="1" latinLnBrk="0" hangingPunct="1">
        <a:lnSpc>
          <a:spcPct val="125000"/>
        </a:lnSpc>
        <a:spcBef>
          <a:spcPts val="0"/>
        </a:spcBef>
        <a:buFontTx/>
        <a:buNone/>
        <a:defRPr sz="1400" kern="1200" spc="-30" baseline="0">
          <a:solidFill>
            <a:schemeClr val="bg2"/>
          </a:solidFill>
          <a:latin typeface="+mn-lt"/>
          <a:ea typeface="+mn-ea"/>
          <a:cs typeface="+mn-cs"/>
        </a:defRPr>
      </a:lvl1pPr>
      <a:lvl2pPr marL="180000" indent="-180000" algn="l" defTabSz="685800" rtl="0" eaLnBrk="1" latinLnBrk="0" hangingPunct="1">
        <a:lnSpc>
          <a:spcPct val="125000"/>
        </a:lnSpc>
        <a:spcBef>
          <a:spcPts val="0"/>
        </a:spcBef>
        <a:buSzPct val="110000"/>
        <a:buFont typeface="Arial" panose="020B0604020202020204" pitchFamily="34" charset="0"/>
        <a:buChar char="•"/>
        <a:defRPr sz="1400" kern="1200" spc="-30" baseline="0">
          <a:solidFill>
            <a:schemeClr val="bg2"/>
          </a:solidFill>
          <a:latin typeface="+mn-lt"/>
          <a:ea typeface="+mn-ea"/>
          <a:cs typeface="+mn-cs"/>
        </a:defRPr>
      </a:lvl2pPr>
      <a:lvl3pPr marL="360000" indent="-180000" algn="l" defTabSz="685800" rtl="0" eaLnBrk="1" latinLnBrk="0" hangingPunct="1">
        <a:lnSpc>
          <a:spcPct val="125000"/>
        </a:lnSpc>
        <a:spcBef>
          <a:spcPts val="0"/>
        </a:spcBef>
        <a:buFont typeface="Wingdings" pitchFamily="2" charset="2"/>
        <a:buChar char="§"/>
        <a:defRPr sz="1400" kern="1200" spc="-30" baseline="0">
          <a:solidFill>
            <a:schemeClr val="bg2"/>
          </a:solidFill>
          <a:latin typeface="+mn-lt"/>
          <a:ea typeface="+mn-ea"/>
          <a:cs typeface="+mn-cs"/>
        </a:defRPr>
      </a:lvl3pPr>
      <a:lvl4pPr marL="540000" indent="-180000" algn="l" defTabSz="685800" rtl="0" eaLnBrk="1" latinLnBrk="0" hangingPunct="1">
        <a:lnSpc>
          <a:spcPct val="125000"/>
        </a:lnSpc>
        <a:spcBef>
          <a:spcPts val="0"/>
        </a:spcBef>
        <a:buSzPct val="85000"/>
        <a:buFont typeface="Courier New" panose="02070309020205020404" pitchFamily="49" charset="0"/>
        <a:buChar char="o"/>
        <a:defRPr sz="1400" kern="1200" spc="-30" baseline="0">
          <a:solidFill>
            <a:schemeClr val="bg2"/>
          </a:solidFill>
          <a:latin typeface="+mn-lt"/>
          <a:ea typeface="+mn-ea"/>
          <a:cs typeface="+mn-cs"/>
        </a:defRPr>
      </a:lvl4pPr>
      <a:lvl5pPr marL="720000" indent="-180000" algn="l" defTabSz="685800" rtl="0" eaLnBrk="1" latinLnBrk="0" hangingPunct="1">
        <a:lnSpc>
          <a:spcPct val="125000"/>
        </a:lnSpc>
        <a:spcBef>
          <a:spcPts val="0"/>
        </a:spcBef>
        <a:buSzPct val="75000"/>
        <a:buFont typeface="Arial" panose="020B0604020202020204" pitchFamily="34" charset="0"/>
        <a:buChar char="□"/>
        <a:defRPr sz="1400" kern="1200" spc="-30" baseline="0">
          <a:solidFill>
            <a:schemeClr val="bg2"/>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Writing skills</a:t>
            </a:r>
            <a:br/>
            <a:r>
              <a:rPr i="1">
                <a:latin typeface="Times New Roman"/>
              </a:rPr>
              <a:t>for Claude Code</a:t>
            </a:r>
            <a:br/>
            <a:r>
              <a:t>agents.</a:t>
            </a:r>
          </a:p>
        </p:txBody>
      </p:sp>
      <p:sp>
        <p:nvSpPr>
          <p:cNvPr id="3" name="Subtitle 2"/>
          <p:cNvSpPr>
            <a:spLocks noGrp="1"/>
          </p:cNvSpPr>
          <p:nvPr>
            <p:ph type="subTitle" idx="1"/>
          </p:nvPr>
        </p:nvSpPr>
        <p:spPr/>
        <p:txBody>
          <a:bodyPr/>
          <a:lstStyle/>
          <a:p>
            <a:r>
              <a:t>A practical guide based on the QA agent pipeline in agent-demo-app</a:t>
            </a:r>
          </a:p>
        </p:txBody>
      </p:sp>
      <p:sp>
        <p:nvSpPr>
          <p:cNvPr id="4" name="Text Placeholder 3"/>
          <p:cNvSpPr>
            <a:spLocks noGrp="1"/>
          </p:cNvSpPr>
          <p:nvPr>
            <p:ph type="body" idx="2" sz="half"/>
          </p:nvPr>
        </p:nvSpPr>
        <p:spPr/>
        <p:txBody>
          <a:bodyPr/>
          <a:lstStyle/>
          <a:p>
            <a:r>
              <a:t>Local Content Review Platform · DemoApp</a:t>
            </a:r>
          </a:p>
        </p:txBody>
      </p:sp>
      <p:sp>
        <p:nvSpPr>
          <p:cNvPr id="5" name="Text Placeholder 4"/>
          <p:cNvSpPr>
            <a:spLocks noGrp="1"/>
          </p:cNvSpPr>
          <p:nvPr>
            <p:ph type="body" idx="13" sz="half"/>
          </p:nvPr>
        </p:nvSpPr>
        <p:spPr/>
        <p:txBody>
          <a:bodyPr/>
          <a:lstStyle/>
          <a:p>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br/>
            <a:r>
              <a:rPr i="1">
                <a:latin typeface="Times New Roman"/>
              </a:rPr>
              <a:t>Table of contents</a:t>
            </a:r>
          </a:p>
        </p:txBody>
      </p:sp>
      <p:sp>
        <p:nvSpPr>
          <p:cNvPr id="3" name="Text Placeholder 2"/>
          <p:cNvSpPr>
            <a:spLocks noGrp="1"/>
          </p:cNvSpPr>
          <p:nvPr>
            <p:ph type="body" idx="2" sz="half"/>
          </p:nvPr>
        </p:nvSpPr>
        <p:spPr/>
        <p:txBody>
          <a:bodyPr/>
          <a:lstStyle/>
          <a:p>
            <a:r>
              <a:t>The .claude folder and the QA agent pipeline</a:t>
            </a:r>
          </a:p>
          <a:p>
            <a:r>
              <a:t>Agents and skills: who does what</a:t>
            </a:r>
          </a:p>
          <a:p>
            <a:r>
              <a:t>How to write a good skill (common patterns)</a:t>
            </a:r>
          </a:p>
          <a:p>
            <a:r>
              <a:t>Adding MCP servers to Claude Code</a:t>
            </a:r>
          </a:p>
          <a:p>
            <a:r>
              <a:t>Calling an agent: @agent-name task</a:t>
            </a:r>
          </a:p>
          <a:p>
            <a:r>
              <a:t>Permissions for files and MCP servers</a:t>
            </a:r>
          </a:p>
          <a:p>
            <a:r>
              <a:t>Recommendations for this repository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.claude</a:t>
            </a:r>
            <a:br/>
            <a:r>
              <a:rPr i="1">
                <a:latin typeface="Times New Roman"/>
              </a:rPr>
              <a:t>folder.</a:t>
            </a:r>
          </a:p>
        </p:txBody>
      </p:sp>
      <p:sp>
        <p:nvSpPr>
          <p:cNvPr id="3" name="Text Placeholder 2"/>
          <p:cNvSpPr>
            <a:spLocks noGrp="1"/>
          </p:cNvSpPr>
          <p:nvPr>
            <p:ph type="body" idx="13" sz="quarter"/>
          </p:nvPr>
        </p:nvSpPr>
        <p:spPr/>
        <p:txBody>
          <a:bodyPr wrap="square" anchor="t"/>
          <a:lstStyle/>
          <a:p>
            <a:pPr>
              <a:spcAft>
                <a:spcPts val="400"/>
              </a:spcAft>
            </a:pPr>
            <a:r>
              <a:rPr sz="1100"/>
              <a:t>Where agents and skills live in this repository, and how the five QA agents hand work to each 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Structure of automation/.claude</a:t>
            </a:r>
          </a:p>
        </p:txBody>
      </p:sp>
      <p:sp>
        <p:nvSpPr>
          <p:cNvPr id="3" name="Rectangle 2"/>
          <p:cNvSpPr/>
          <p:nvPr/>
        </p:nvSpPr>
        <p:spPr>
          <a:xfrm>
            <a:off x="256032" y="914400"/>
            <a:ext cx="4434840" cy="3657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50">
                <a:solidFill>
                  <a:srgbClr val="FAFAE0"/>
                </a:solidFill>
                <a:latin typeface="Courier New"/>
              </a:rPr>
              <a:t>automation/</a:t>
            </a:r>
          </a:p>
          <a:p>
            <a:pPr algn="l">
              <a:spcAft>
                <a:spcPts val="0"/>
              </a:spcAft>
            </a:pPr>
            <a:r>
              <a:rPr sz="750">
                <a:solidFill>
                  <a:srgbClr val="FAFAE0"/>
                </a:solidFill>
                <a:latin typeface="Courier New"/>
              </a:rPr>
              <a:t>├── .claude/</a:t>
            </a:r>
          </a:p>
          <a:p>
            <a:pPr algn="l">
              <a:spcAft>
                <a:spcPts val="0"/>
              </a:spcAft>
            </a:pPr>
            <a:r>
              <a:rPr sz="750">
                <a:solidFill>
                  <a:srgbClr val="FAFAE0"/>
                </a:solidFill>
                <a:latin typeface="Courier New"/>
              </a:rPr>
              <a:t>│   ├── agents/                 # one .md per agent</a:t>
            </a:r>
          </a:p>
          <a:p>
            <a:pPr algn="l">
              <a:spcAft>
                <a:spcPts val="0"/>
              </a:spcAft>
            </a:pPr>
            <a:r>
              <a:rPr sz="750">
                <a:solidFill>
                  <a:srgbClr val="FAFAE0"/>
                </a:solidFill>
                <a:latin typeface="Courier New"/>
              </a:rPr>
              <a:t>│   │   ├── qa-planner.md</a:t>
            </a:r>
          </a:p>
          <a:p>
            <a:pPr algn="l">
              <a:spcAft>
                <a:spcPts val="0"/>
              </a:spcAft>
            </a:pPr>
            <a:r>
              <a:rPr sz="750">
                <a:solidFill>
                  <a:srgbClr val="FAFAE0"/>
                </a:solidFill>
                <a:latin typeface="Courier New"/>
              </a:rPr>
              <a:t>│   │   ├── qa-explorer.md</a:t>
            </a:r>
          </a:p>
          <a:p>
            <a:pPr algn="l">
              <a:spcAft>
                <a:spcPts val="0"/>
              </a:spcAft>
            </a:pPr>
            <a:r>
              <a:rPr sz="750">
                <a:solidFill>
                  <a:srgbClr val="FAFAE0"/>
                </a:solidFill>
                <a:latin typeface="Courier New"/>
              </a:rPr>
              <a:t>│   │   ├── qa-test-case-writer.md</a:t>
            </a:r>
          </a:p>
          <a:p>
            <a:pPr algn="l">
              <a:spcAft>
                <a:spcPts val="0"/>
              </a:spcAft>
            </a:pPr>
            <a:r>
              <a:rPr sz="750">
                <a:solidFill>
                  <a:srgbClr val="FAFAE0"/>
                </a:solidFill>
                <a:latin typeface="Courier New"/>
              </a:rPr>
              <a:t>│   │   ├── qa-bug-reporter.md</a:t>
            </a:r>
          </a:p>
          <a:p>
            <a:pPr algn="l">
              <a:spcAft>
                <a:spcPts val="0"/>
              </a:spcAft>
            </a:pPr>
            <a:r>
              <a:rPr sz="750">
                <a:solidFill>
                  <a:srgbClr val="FAFAE0"/>
                </a:solidFill>
                <a:latin typeface="Courier New"/>
              </a:rPr>
              <a:t>│   │   └── qa-automator.md</a:t>
            </a:r>
          </a:p>
          <a:p>
            <a:pPr algn="l">
              <a:spcAft>
                <a:spcPts val="0"/>
              </a:spcAft>
            </a:pPr>
            <a:r>
              <a:rPr sz="750">
                <a:solidFill>
                  <a:srgbClr val="FAFAE0"/>
                </a:solidFill>
                <a:latin typeface="Courier New"/>
              </a:rPr>
              <a:t>│   └── skills/                 # one folder per skill</a:t>
            </a:r>
          </a:p>
          <a:p>
            <a:pPr algn="l">
              <a:spcAft>
                <a:spcPts val="0"/>
              </a:spcAft>
            </a:pPr>
            <a:r>
              <a:rPr sz="750">
                <a:solidFill>
                  <a:srgbClr val="FAFAE0"/>
                </a:solidFill>
                <a:latin typeface="Courier New"/>
              </a:rPr>
              <a:t>│       └── qa-planner/</a:t>
            </a:r>
          </a:p>
          <a:p>
            <a:pPr algn="l">
              <a:spcAft>
                <a:spcPts val="0"/>
              </a:spcAft>
            </a:pPr>
            <a:r>
              <a:rPr sz="750">
                <a:solidFill>
                  <a:srgbClr val="FAFAE0"/>
                </a:solidFill>
                <a:latin typeface="Courier New"/>
              </a:rPr>
              <a:t>│           ├── SKILL.md        # entry point</a:t>
            </a:r>
          </a:p>
          <a:p>
            <a:pPr algn="l">
              <a:spcAft>
                <a:spcPts val="0"/>
              </a:spcAft>
            </a:pPr>
            <a:r>
              <a:rPr sz="750">
                <a:solidFill>
                  <a:srgbClr val="FAFAE0"/>
                </a:solidFill>
                <a:latin typeface="Courier New"/>
              </a:rPr>
              <a:t>│           ├── references/     # loaded on demand</a:t>
            </a:r>
          </a:p>
          <a:p>
            <a:pPr algn="l">
              <a:spcAft>
                <a:spcPts val="0"/>
              </a:spcAft>
            </a:pPr>
            <a:r>
              <a:rPr sz="750">
                <a:solidFill>
                  <a:srgbClr val="FAFAE0"/>
                </a:solidFill>
                <a:latin typeface="Courier New"/>
              </a:rPr>
              <a:t>│           │   ├── ado-qa-task.md</a:t>
            </a:r>
          </a:p>
          <a:p>
            <a:pPr algn="l">
              <a:spcAft>
                <a:spcPts val="0"/>
              </a:spcAft>
            </a:pPr>
            <a:r>
              <a:rPr sz="750">
                <a:solidFill>
                  <a:srgbClr val="FAFAE0"/>
                </a:solidFill>
                <a:latin typeface="Courier New"/>
              </a:rPr>
              <a:t>│           │   ├── feature-map.md</a:t>
            </a:r>
          </a:p>
          <a:p>
            <a:pPr algn="l">
              <a:spcAft>
                <a:spcPts val="0"/>
              </a:spcAft>
            </a:pPr>
            <a:r>
              <a:rPr sz="750">
                <a:solidFill>
                  <a:srgbClr val="FAFAE0"/>
                </a:solidFill>
                <a:latin typeface="Courier New"/>
              </a:rPr>
              <a:t>│           │   ├── test-data-constraints.md</a:t>
            </a:r>
          </a:p>
          <a:p>
            <a:pPr algn="l">
              <a:spcAft>
                <a:spcPts val="0"/>
              </a:spcAft>
            </a:pPr>
            <a:r>
              <a:rPr sz="750">
                <a:solidFill>
                  <a:srgbClr val="FAFAE0"/>
                </a:solidFill>
                <a:latin typeface="Courier New"/>
              </a:rPr>
              <a:t>│           │   └── example.md</a:t>
            </a:r>
          </a:p>
          <a:p>
            <a:pPr algn="l">
              <a:spcAft>
                <a:spcPts val="0"/>
              </a:spcAft>
            </a:pPr>
            <a:r>
              <a:rPr sz="750">
                <a:solidFill>
                  <a:srgbClr val="FAFAE0"/>
                </a:solidFill>
                <a:latin typeface="Courier New"/>
              </a:rPr>
              <a:t>│           └── scripts/</a:t>
            </a:r>
          </a:p>
          <a:p>
            <a:pPr algn="l">
              <a:spcAft>
                <a:spcPts val="0"/>
              </a:spcAft>
            </a:pPr>
            <a:r>
              <a:rPr sz="750">
                <a:solidFill>
                  <a:srgbClr val="FAFAE0"/>
                </a:solidFill>
                <a:latin typeface="Courier New"/>
              </a:rPr>
              <a:t>│               └── check-feature-map.mjs</a:t>
            </a:r>
          </a:p>
          <a:p>
            <a:pPr algn="l">
              <a:spcAft>
                <a:spcPts val="0"/>
              </a:spcAft>
            </a:pPr>
            <a:r>
              <a:rPr sz="750">
                <a:solidFill>
                  <a:srgbClr val="FAFAE0"/>
                </a:solidFill>
                <a:latin typeface="Courier New"/>
              </a:rPr>
              <a:t>├── .mcp.json                   # project MCP servers</a:t>
            </a:r>
          </a:p>
          <a:p>
            <a:pPr algn="l">
              <a:spcAft>
                <a:spcPts val="0"/>
              </a:spcAft>
            </a:pPr>
            <a:r>
              <a:rPr sz="750">
                <a:solidFill>
                  <a:srgbClr val="FAFAE0"/>
                </a:solidFill>
                <a:latin typeface="Courier New"/>
              </a:rPr>
              <a:t>├── lessons/&lt;agent&gt;-lessons.md  # learned rules</a:t>
            </a:r>
          </a:p>
          <a:p>
            <a:pPr algn="l">
              <a:spcAft>
                <a:spcPts val="0"/>
              </a:spcAft>
            </a:pPr>
            <a:r>
              <a:rPr sz="750">
                <a:solidFill>
                  <a:srgbClr val="FAFAE0"/>
                </a:solidFill>
                <a:latin typeface="Courier New"/>
              </a:rPr>
              <a:t>├── archive/&lt;PBI_ID&gt;/           # outputs (git-ignored)</a:t>
            </a:r>
          </a:p>
          <a:p>
            <a:pPr algn="l">
              <a:spcAft>
                <a:spcPts val="0"/>
              </a:spcAft>
            </a:pPr>
            <a:r>
              <a:rPr sz="750">
                <a:solidFill>
                  <a:srgbClr val="FAFAE0"/>
                </a:solidFill>
                <a:latin typeface="Courier New"/>
              </a:rPr>
              <a:t>├── tools/qa-login.mjs          # sign-in helper</a:t>
            </a:r>
          </a:p>
          <a:p>
            <a:pPr algn="l">
              <a:spcAft>
                <a:spcPts val="0"/>
              </a:spcAft>
            </a:pPr>
            <a:r>
              <a:rPr sz="750">
                <a:solidFill>
                  <a:srgbClr val="FAFAE0"/>
                </a:solidFill>
                <a:latin typeface="Courier New"/>
              </a:rPr>
              <a:t>└── fe_automation/              # Playwright project</a:t>
            </a:r>
          </a:p>
        </p:txBody>
      </p:sp>
      <p:sp>
        <p:nvSpPr>
          <p:cNvPr id="4" name="Rectangle 3"/>
          <p:cNvSpPr/>
          <p:nvPr/>
        </p:nvSpPr>
        <p:spPr>
          <a:xfrm>
            <a:off x="4892040" y="914400"/>
            <a:ext cx="3977639" cy="10972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965192" y="969264"/>
            <a:ext cx="3831335" cy="274320"/>
          </a:xfrm>
          <a:prstGeom prst="rect">
            <a:avLst/>
          </a:prstGeom>
          <a:noFill/>
        </p:spPr>
        <p:txBody>
          <a:bodyPr wrap="square" anchor="t" lIns="45720" rIns="45720" tIns="27432" bIns="27432">
            <a:spAutoFit/>
          </a:bodyPr>
          <a:lstStyle/>
          <a:p>
            <a:pPr>
              <a:spcAft>
                <a:spcPts val="300"/>
              </a:spcAft>
            </a:pPr>
            <a:r>
              <a:rPr b="1" sz="1000">
                <a:solidFill>
                  <a:srgbClr val="007734"/>
                </a:solidFill>
                <a:latin typeface="Arial"/>
              </a:rPr>
              <a:t>agents/&lt;name&gt;.md</a:t>
            </a:r>
          </a:p>
        </p:txBody>
      </p:sp>
      <p:sp>
        <p:nvSpPr>
          <p:cNvPr id="6" name="TextBox 5"/>
          <p:cNvSpPr txBox="1"/>
          <p:nvPr/>
        </p:nvSpPr>
        <p:spPr>
          <a:xfrm>
            <a:off x="4965192" y="1243584"/>
            <a:ext cx="3831335" cy="731519"/>
          </a:xfrm>
          <a:prstGeom prst="rect">
            <a:avLst/>
          </a:prstGeom>
          <a:noFill/>
        </p:spPr>
        <p:txBody>
          <a:bodyPr wrap="square" anchor="t" lIns="45720" rIns="45720" tIns="27432" bIns="27432">
            <a:spAutoFit/>
          </a:bodyPr>
          <a:lstStyle/>
          <a:p>
            <a:pPr>
              <a:spcAft>
                <a:spcPts val="300"/>
              </a:spcAft>
            </a:pPr>
            <a:r>
              <a:rPr sz="900">
                <a:solidFill>
                  <a:srgbClr val="003000"/>
                </a:solidFill>
                <a:latin typeface="Arial"/>
              </a:rPr>
              <a:t>Frontmatter only: name, description, tools, model, effort, permissionMode and the skill it preloads. It decides </a:t>
            </a:r>
            <a:r>
              <a:rPr b="1" sz="900">
                <a:solidFill>
                  <a:srgbClr val="003000"/>
                </a:solidFill>
                <a:latin typeface="Arial"/>
              </a:rPr>
              <a:t>what the agent may use</a:t>
            </a:r>
            <a:r>
              <a:rPr sz="900">
                <a:solidFill>
                  <a:srgbClr val="003000"/>
                </a:solidFill>
                <a:latin typeface="Arial"/>
              </a:rPr>
              <a:t>.</a:t>
            </a:r>
          </a:p>
        </p:txBody>
      </p:sp>
      <p:sp>
        <p:nvSpPr>
          <p:cNvPr id="7" name="Rectangle 6"/>
          <p:cNvSpPr/>
          <p:nvPr/>
        </p:nvSpPr>
        <p:spPr>
          <a:xfrm>
            <a:off x="4892040" y="2103120"/>
            <a:ext cx="3977639" cy="10972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965192" y="2157984"/>
            <a:ext cx="3831335" cy="274320"/>
          </a:xfrm>
          <a:prstGeom prst="rect">
            <a:avLst/>
          </a:prstGeom>
          <a:noFill/>
        </p:spPr>
        <p:txBody>
          <a:bodyPr wrap="square" anchor="t" lIns="45720" rIns="45720" tIns="27432" bIns="27432">
            <a:spAutoFit/>
          </a:bodyPr>
          <a:lstStyle/>
          <a:p>
            <a:pPr>
              <a:spcAft>
                <a:spcPts val="300"/>
              </a:spcAft>
            </a:pPr>
            <a:r>
              <a:rPr b="1" sz="1000">
                <a:solidFill>
                  <a:srgbClr val="007734"/>
                </a:solidFill>
                <a:latin typeface="Arial"/>
              </a:rPr>
              <a:t>skills/&lt;name&gt;/SKILL.md</a:t>
            </a:r>
          </a:p>
        </p:txBody>
      </p:sp>
      <p:sp>
        <p:nvSpPr>
          <p:cNvPr id="9" name="TextBox 8"/>
          <p:cNvSpPr txBox="1"/>
          <p:nvPr/>
        </p:nvSpPr>
        <p:spPr>
          <a:xfrm>
            <a:off x="4965192" y="2432303"/>
            <a:ext cx="3831335" cy="731519"/>
          </a:xfrm>
          <a:prstGeom prst="rect">
            <a:avLst/>
          </a:prstGeom>
          <a:noFill/>
        </p:spPr>
        <p:txBody>
          <a:bodyPr wrap="square" anchor="t" lIns="45720" rIns="45720" tIns="27432" bIns="27432">
            <a:spAutoFit/>
          </a:bodyPr>
          <a:lstStyle/>
          <a:p>
            <a:pPr>
              <a:spcAft>
                <a:spcPts val="300"/>
              </a:spcAft>
            </a:pPr>
            <a:r>
              <a:rPr sz="900">
                <a:solidFill>
                  <a:srgbClr val="003000"/>
                </a:solidFill>
                <a:latin typeface="Arial"/>
              </a:rPr>
              <a:t>The playbook: inputs, tools, numbered workflow, guardrails, lessons, example. It decides </a:t>
            </a:r>
            <a:r>
              <a:rPr b="1" sz="900">
                <a:solidFill>
                  <a:srgbClr val="003000"/>
                </a:solidFill>
                <a:latin typeface="Arial"/>
              </a:rPr>
              <a:t>how the agent works</a:t>
            </a:r>
            <a:r>
              <a:rPr sz="900">
                <a:solidFill>
                  <a:srgbClr val="003000"/>
                </a:solidFill>
                <a:latin typeface="Arial"/>
              </a:rPr>
              <a:t>. References and scripts sit next to it.</a:t>
            </a:r>
          </a:p>
        </p:txBody>
      </p:sp>
      <p:sp>
        <p:nvSpPr>
          <p:cNvPr id="10" name="Rectangle 9"/>
          <p:cNvSpPr/>
          <p:nvPr/>
        </p:nvSpPr>
        <p:spPr>
          <a:xfrm>
            <a:off x="4892040" y="3291840"/>
            <a:ext cx="3977639" cy="128016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965192" y="3346704"/>
            <a:ext cx="3831335" cy="274320"/>
          </a:xfrm>
          <a:prstGeom prst="rect">
            <a:avLst/>
          </a:prstGeom>
          <a:noFill/>
        </p:spPr>
        <p:txBody>
          <a:bodyPr wrap="square" anchor="t" lIns="45720" rIns="45720" tIns="27432" bIns="27432">
            <a:spAutoFit/>
          </a:bodyPr>
          <a:lstStyle/>
          <a:p>
            <a:pPr>
              <a:spcAft>
                <a:spcPts val="300"/>
              </a:spcAft>
            </a:pPr>
            <a:r>
              <a:rPr b="1" sz="1000">
                <a:solidFill>
                  <a:srgbClr val="007734"/>
                </a:solidFill>
                <a:latin typeface="Arial"/>
              </a:rPr>
              <a:t>Start Claude Code from automation/</a:t>
            </a:r>
          </a:p>
        </p:txBody>
      </p:sp>
      <p:sp>
        <p:nvSpPr>
          <p:cNvPr id="12" name="TextBox 11"/>
          <p:cNvSpPr txBox="1"/>
          <p:nvPr/>
        </p:nvSpPr>
        <p:spPr>
          <a:xfrm>
            <a:off x="4965192" y="3621024"/>
            <a:ext cx="3831335" cy="914399"/>
          </a:xfrm>
          <a:prstGeom prst="rect">
            <a:avLst/>
          </a:prstGeom>
          <a:noFill/>
        </p:spPr>
        <p:txBody>
          <a:bodyPr wrap="square" anchor="t" lIns="45720" rIns="45720" tIns="27432" bIns="27432">
            <a:spAutoFit/>
          </a:bodyPr>
          <a:lstStyle/>
          <a:p>
            <a:pPr>
              <a:spcAft>
                <a:spcPts val="300"/>
              </a:spcAft>
            </a:pPr>
            <a:r>
              <a:rPr sz="900">
                <a:solidFill>
                  <a:srgbClr val="003000"/>
                </a:solidFill>
                <a:latin typeface="Arial"/>
              </a:rPr>
              <a:t>Project agents, skills and .mcp.json are discovered from the working directory. The app's CLAUDE.md in the parent folder is still loaded, which is why the skills say “already in your context”.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QA agent pipeline</a:t>
            </a:r>
          </a:p>
        </p:txBody>
      </p:sp>
      <p:sp>
        <p:nvSpPr>
          <p:cNvPr id="3" name="Rectangle 2"/>
          <p:cNvSpPr/>
          <p:nvPr/>
        </p:nvSpPr>
        <p:spPr>
          <a:xfrm>
            <a:off x="256032" y="1051560"/>
            <a:ext cx="1481328" cy="50292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256032" y="1051560"/>
            <a:ext cx="1481328" cy="502920"/>
          </a:xfrm>
          <a:prstGeom prst="rect">
            <a:avLst/>
          </a:prstGeom>
          <a:noFill/>
        </p:spPr>
        <p:txBody>
          <a:bodyPr wrap="square" anchor="ctr" lIns="45720" rIns="45720" tIns="27432" bIns="27432">
            <a:spAutoFit/>
          </a:bodyPr>
          <a:lstStyle/>
          <a:p>
            <a:pPr algn="ctr">
              <a:spcAft>
                <a:spcPts val="300"/>
              </a:spcAft>
            </a:pPr>
            <a:r>
              <a:rPr b="1" sz="1000">
                <a:solidFill>
                  <a:srgbClr val="FAFAE0"/>
                </a:solidFill>
                <a:latin typeface="Arial"/>
              </a:rPr>
              <a:t>qa-planner</a:t>
            </a:r>
          </a:p>
        </p:txBody>
      </p:sp>
      <p:sp>
        <p:nvSpPr>
          <p:cNvPr id="5" name="TextBox 4"/>
          <p:cNvSpPr txBox="1"/>
          <p:nvPr/>
        </p:nvSpPr>
        <p:spPr>
          <a:xfrm>
            <a:off x="256032" y="1627632"/>
            <a:ext cx="1481328" cy="548640"/>
          </a:xfrm>
          <a:prstGeom prst="rect">
            <a:avLst/>
          </a:prstGeom>
          <a:noFill/>
        </p:spPr>
        <p:txBody>
          <a:bodyPr wrap="square" anchor="t" lIns="45720" rIns="45720" tIns="27432" bIns="27432">
            <a:spAutoFit/>
          </a:bodyPr>
          <a:lstStyle/>
          <a:p>
            <a:pPr algn="ctr">
              <a:spcAft>
                <a:spcPts val="300"/>
              </a:spcAft>
            </a:pPr>
            <a:r>
              <a:rPr sz="800">
                <a:solidFill>
                  <a:srgbClr val="007734"/>
                </a:solidFill>
                <a:latin typeface="Courier New"/>
              </a:rPr>
              <a:t>Plan Story &lt;ID&gt;</a:t>
            </a:r>
          </a:p>
        </p:txBody>
      </p:sp>
      <p:sp>
        <p:nvSpPr>
          <p:cNvPr id="6" name="Rectangle 5"/>
          <p:cNvSpPr/>
          <p:nvPr/>
        </p:nvSpPr>
        <p:spPr>
          <a:xfrm>
            <a:off x="256032" y="2240280"/>
            <a:ext cx="1481328" cy="6400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56032" y="2240280"/>
            <a:ext cx="1481328" cy="640080"/>
          </a:xfrm>
          <a:prstGeom prst="rect">
            <a:avLst/>
          </a:prstGeom>
          <a:noFill/>
        </p:spPr>
        <p:txBody>
          <a:bodyPr wrap="square" anchor="ctr" lIns="45720" rIns="45720" tIns="27432" bIns="27432">
            <a:spAutoFit/>
          </a:bodyPr>
          <a:lstStyle/>
          <a:p>
            <a:pPr algn="ctr">
              <a:spcAft>
                <a:spcPts val="300"/>
              </a:spcAft>
            </a:pPr>
            <a:r>
              <a:rPr sz="850">
                <a:solidFill>
                  <a:srgbClr val="003000"/>
                </a:solidFill>
                <a:latin typeface="Arial"/>
              </a:rPr>
              <a:t>QA_PLAN.md +</a:t>
            </a:r>
          </a:p>
          <a:p>
            <a:pPr algn="ctr">
              <a:spcAft>
                <a:spcPts val="300"/>
              </a:spcAft>
            </a:pPr>
            <a:r>
              <a:rPr sz="850">
                <a:solidFill>
                  <a:srgbClr val="003000"/>
                </a:solidFill>
                <a:latin typeface="Arial"/>
              </a:rPr>
              <a:t>“QA Plan” task</a:t>
            </a:r>
          </a:p>
        </p:txBody>
      </p:sp>
      <p:sp>
        <p:nvSpPr>
          <p:cNvPr id="8" name="Right Arrow 7"/>
          <p:cNvSpPr/>
          <p:nvPr/>
        </p:nvSpPr>
        <p:spPr>
          <a:xfrm>
            <a:off x="1764792" y="1197864"/>
            <a:ext cx="274320" cy="201168"/>
          </a:xfrm>
          <a:prstGeom prst="rightArrow">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39112" y="1051560"/>
            <a:ext cx="1481328" cy="50292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39112" y="1051560"/>
            <a:ext cx="1481328" cy="502920"/>
          </a:xfrm>
          <a:prstGeom prst="rect">
            <a:avLst/>
          </a:prstGeom>
          <a:noFill/>
        </p:spPr>
        <p:txBody>
          <a:bodyPr wrap="square" anchor="ctr" lIns="45720" rIns="45720" tIns="27432" bIns="27432">
            <a:spAutoFit/>
          </a:bodyPr>
          <a:lstStyle/>
          <a:p>
            <a:pPr algn="ctr">
              <a:spcAft>
                <a:spcPts val="300"/>
              </a:spcAft>
            </a:pPr>
            <a:r>
              <a:rPr b="1" sz="1000">
                <a:solidFill>
                  <a:srgbClr val="FAFAE0"/>
                </a:solidFill>
                <a:latin typeface="Arial"/>
              </a:rPr>
              <a:t>qa-explorer</a:t>
            </a:r>
          </a:p>
        </p:txBody>
      </p:sp>
      <p:sp>
        <p:nvSpPr>
          <p:cNvPr id="11" name="TextBox 10"/>
          <p:cNvSpPr txBox="1"/>
          <p:nvPr/>
        </p:nvSpPr>
        <p:spPr>
          <a:xfrm>
            <a:off x="2039112" y="1627632"/>
            <a:ext cx="1481328" cy="548640"/>
          </a:xfrm>
          <a:prstGeom prst="rect">
            <a:avLst/>
          </a:prstGeom>
          <a:noFill/>
        </p:spPr>
        <p:txBody>
          <a:bodyPr wrap="square" anchor="t" lIns="45720" rIns="45720" tIns="27432" bIns="27432">
            <a:spAutoFit/>
          </a:bodyPr>
          <a:lstStyle/>
          <a:p>
            <a:pPr algn="ctr">
              <a:spcAft>
                <a:spcPts val="300"/>
              </a:spcAft>
            </a:pPr>
            <a:r>
              <a:rPr sz="800">
                <a:solidFill>
                  <a:srgbClr val="007734"/>
                </a:solidFill>
                <a:latin typeface="Courier New"/>
              </a:rPr>
              <a:t>Explore Story &lt;ID&gt;</a:t>
            </a:r>
          </a:p>
        </p:txBody>
      </p:sp>
      <p:sp>
        <p:nvSpPr>
          <p:cNvPr id="12" name="Rectangle 11"/>
          <p:cNvSpPr/>
          <p:nvPr/>
        </p:nvSpPr>
        <p:spPr>
          <a:xfrm>
            <a:off x="2039112" y="2240280"/>
            <a:ext cx="1481328" cy="6400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039112" y="2240280"/>
            <a:ext cx="1481328" cy="640080"/>
          </a:xfrm>
          <a:prstGeom prst="rect">
            <a:avLst/>
          </a:prstGeom>
          <a:noFill/>
        </p:spPr>
        <p:txBody>
          <a:bodyPr wrap="square" anchor="ctr" lIns="45720" rIns="45720" tIns="27432" bIns="27432">
            <a:spAutoFit/>
          </a:bodyPr>
          <a:lstStyle/>
          <a:p>
            <a:pPr algn="ctr">
              <a:spcAft>
                <a:spcPts val="300"/>
              </a:spcAft>
            </a:pPr>
            <a:r>
              <a:rPr sz="850">
                <a:solidFill>
                  <a:srgbClr val="003000"/>
                </a:solidFill>
                <a:latin typeface="Arial"/>
              </a:rPr>
              <a:t>TEST_SCENARIOS.md +</a:t>
            </a:r>
          </a:p>
          <a:p>
            <a:pPr algn="ctr">
              <a:spcAft>
                <a:spcPts val="300"/>
              </a:spcAft>
            </a:pPr>
            <a:r>
              <a:rPr sz="850">
                <a:solidFill>
                  <a:srgbClr val="003000"/>
                </a:solidFill>
                <a:latin typeface="Arial"/>
              </a:rPr>
              <a:t>bugs/BUG-NN.md</a:t>
            </a:r>
          </a:p>
        </p:txBody>
      </p:sp>
      <p:sp>
        <p:nvSpPr>
          <p:cNvPr id="14" name="Right Arrow 13"/>
          <p:cNvSpPr/>
          <p:nvPr/>
        </p:nvSpPr>
        <p:spPr>
          <a:xfrm>
            <a:off x="3547872" y="1197864"/>
            <a:ext cx="274320" cy="201168"/>
          </a:xfrm>
          <a:prstGeom prst="rightArrow">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22191" y="1051560"/>
            <a:ext cx="1481328" cy="502920"/>
          </a:xfrm>
          <a:prstGeom prst="rect">
            <a:avLst/>
          </a:prstGeom>
          <a:solidFill>
            <a:srgbClr val="D6FF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22191" y="1051560"/>
            <a:ext cx="1481328" cy="502920"/>
          </a:xfrm>
          <a:prstGeom prst="rect">
            <a:avLst/>
          </a:prstGeom>
          <a:noFill/>
        </p:spPr>
        <p:txBody>
          <a:bodyPr wrap="square" anchor="ctr" lIns="45720" rIns="45720" tIns="27432" bIns="27432">
            <a:spAutoFit/>
          </a:bodyPr>
          <a:lstStyle/>
          <a:p>
            <a:pPr algn="ctr">
              <a:spcAft>
                <a:spcPts val="300"/>
              </a:spcAft>
            </a:pPr>
            <a:r>
              <a:rPr b="1" sz="1000">
                <a:solidFill>
                  <a:srgbClr val="003000"/>
                </a:solidFill>
                <a:latin typeface="Arial"/>
              </a:rPr>
              <a:t>Human review</a:t>
            </a:r>
          </a:p>
        </p:txBody>
      </p:sp>
      <p:sp>
        <p:nvSpPr>
          <p:cNvPr id="17" name="TextBox 16"/>
          <p:cNvSpPr txBox="1"/>
          <p:nvPr/>
        </p:nvSpPr>
        <p:spPr>
          <a:xfrm>
            <a:off x="3822191" y="1627632"/>
            <a:ext cx="1481328" cy="548640"/>
          </a:xfrm>
          <a:prstGeom prst="rect">
            <a:avLst/>
          </a:prstGeom>
          <a:noFill/>
        </p:spPr>
        <p:txBody>
          <a:bodyPr wrap="square" anchor="t" lIns="45720" rIns="45720" tIns="27432" bIns="27432">
            <a:spAutoFit/>
          </a:bodyPr>
          <a:lstStyle/>
          <a:p>
            <a:pPr algn="ctr">
              <a:spcAft>
                <a:spcPts val="300"/>
              </a:spcAft>
            </a:pPr>
            <a:r>
              <a:rPr sz="800">
                <a:solidFill>
                  <a:srgbClr val="007734"/>
                </a:solidFill>
                <a:latin typeface="Courier New"/>
              </a:rPr>
              <a:t>Status: CONFIRMED</a:t>
            </a:r>
          </a:p>
          <a:p>
            <a:pPr algn="ctr">
              <a:spcAft>
                <a:spcPts val="300"/>
              </a:spcAft>
            </a:pPr>
            <a:r>
              <a:rPr sz="800">
                <a:solidFill>
                  <a:srgbClr val="007734"/>
                </a:solidFill>
                <a:latin typeface="Courier New"/>
              </a:rPr>
              <a:t>or REJECTED</a:t>
            </a:r>
          </a:p>
        </p:txBody>
      </p:sp>
      <p:sp>
        <p:nvSpPr>
          <p:cNvPr id="18" name="Rectangle 17"/>
          <p:cNvSpPr/>
          <p:nvPr/>
        </p:nvSpPr>
        <p:spPr>
          <a:xfrm>
            <a:off x="3822191" y="2240280"/>
            <a:ext cx="1481328" cy="6400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22191" y="2240280"/>
            <a:ext cx="1481328" cy="640080"/>
          </a:xfrm>
          <a:prstGeom prst="rect">
            <a:avLst/>
          </a:prstGeom>
          <a:noFill/>
        </p:spPr>
        <p:txBody>
          <a:bodyPr wrap="square" anchor="ctr" lIns="45720" rIns="45720" tIns="27432" bIns="27432">
            <a:spAutoFit/>
          </a:bodyPr>
          <a:lstStyle/>
          <a:p>
            <a:pPr algn="ctr">
              <a:spcAft>
                <a:spcPts val="300"/>
              </a:spcAft>
            </a:pPr>
            <a:r>
              <a:rPr sz="850">
                <a:solidFill>
                  <a:srgbClr val="003000"/>
                </a:solidFill>
                <a:latin typeface="Arial"/>
              </a:rPr>
              <a:t>the only gate for</a:t>
            </a:r>
          </a:p>
          <a:p>
            <a:pPr algn="ctr">
              <a:spcAft>
                <a:spcPts val="300"/>
              </a:spcAft>
            </a:pPr>
            <a:r>
              <a:rPr sz="850">
                <a:solidFill>
                  <a:srgbClr val="003000"/>
                </a:solidFill>
                <a:latin typeface="Arial"/>
              </a:rPr>
              <a:t>the next agents</a:t>
            </a:r>
          </a:p>
        </p:txBody>
      </p:sp>
      <p:sp>
        <p:nvSpPr>
          <p:cNvPr id="20" name="Right Arrow 19"/>
          <p:cNvSpPr/>
          <p:nvPr/>
        </p:nvSpPr>
        <p:spPr>
          <a:xfrm>
            <a:off x="5330952" y="1197864"/>
            <a:ext cx="274320" cy="201168"/>
          </a:xfrm>
          <a:prstGeom prst="rightArrow">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05272" y="1051560"/>
            <a:ext cx="1481328" cy="50292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05272" y="1051560"/>
            <a:ext cx="1481328" cy="502920"/>
          </a:xfrm>
          <a:prstGeom prst="rect">
            <a:avLst/>
          </a:prstGeom>
          <a:noFill/>
        </p:spPr>
        <p:txBody>
          <a:bodyPr wrap="square" anchor="ctr" lIns="45720" rIns="45720" tIns="27432" bIns="27432">
            <a:spAutoFit/>
          </a:bodyPr>
          <a:lstStyle/>
          <a:p>
            <a:pPr algn="ctr">
              <a:spcAft>
                <a:spcPts val="300"/>
              </a:spcAft>
            </a:pPr>
            <a:r>
              <a:rPr b="1" sz="1000">
                <a:solidFill>
                  <a:srgbClr val="FAFAE0"/>
                </a:solidFill>
                <a:latin typeface="Arial"/>
              </a:rPr>
              <a:t>writer / reporter</a:t>
            </a:r>
          </a:p>
        </p:txBody>
      </p:sp>
      <p:sp>
        <p:nvSpPr>
          <p:cNvPr id="23" name="TextBox 22"/>
          <p:cNvSpPr txBox="1"/>
          <p:nvPr/>
        </p:nvSpPr>
        <p:spPr>
          <a:xfrm>
            <a:off x="5605272" y="1627632"/>
            <a:ext cx="1481328" cy="548640"/>
          </a:xfrm>
          <a:prstGeom prst="rect">
            <a:avLst/>
          </a:prstGeom>
          <a:noFill/>
        </p:spPr>
        <p:txBody>
          <a:bodyPr wrap="square" anchor="t" lIns="45720" rIns="45720" tIns="27432" bIns="27432">
            <a:spAutoFit/>
          </a:bodyPr>
          <a:lstStyle/>
          <a:p>
            <a:pPr algn="ctr">
              <a:spcAft>
                <a:spcPts val="300"/>
              </a:spcAft>
            </a:pPr>
            <a:r>
              <a:rPr sz="800">
                <a:solidFill>
                  <a:srgbClr val="007734"/>
                </a:solidFill>
                <a:latin typeface="Courier New"/>
              </a:rPr>
              <a:t>Write test cases &lt;ID&gt;</a:t>
            </a:r>
          </a:p>
          <a:p>
            <a:pPr algn="ctr">
              <a:spcAft>
                <a:spcPts val="300"/>
              </a:spcAft>
            </a:pPr>
            <a:r>
              <a:rPr sz="800">
                <a:solidFill>
                  <a:srgbClr val="007734"/>
                </a:solidFill>
                <a:latin typeface="Courier New"/>
              </a:rPr>
              <a:t>Report bugs &lt;ID&gt;</a:t>
            </a:r>
          </a:p>
        </p:txBody>
      </p:sp>
      <p:sp>
        <p:nvSpPr>
          <p:cNvPr id="24" name="Rectangle 23"/>
          <p:cNvSpPr/>
          <p:nvPr/>
        </p:nvSpPr>
        <p:spPr>
          <a:xfrm>
            <a:off x="5605272" y="2240280"/>
            <a:ext cx="1481328" cy="6400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05272" y="2240280"/>
            <a:ext cx="1481328" cy="640080"/>
          </a:xfrm>
          <a:prstGeom prst="rect">
            <a:avLst/>
          </a:prstGeom>
          <a:noFill/>
        </p:spPr>
        <p:txBody>
          <a:bodyPr wrap="square" anchor="ctr" lIns="45720" rIns="45720" tIns="27432" bIns="27432">
            <a:spAutoFit/>
          </a:bodyPr>
          <a:lstStyle/>
          <a:p>
            <a:pPr algn="ctr">
              <a:spcAft>
                <a:spcPts val="300"/>
              </a:spcAft>
            </a:pPr>
            <a:r>
              <a:rPr sz="850">
                <a:solidFill>
                  <a:srgbClr val="003000"/>
                </a:solidFill>
                <a:latin typeface="Arial"/>
              </a:rPr>
              <a:t>ADO Test Cases</a:t>
            </a:r>
          </a:p>
          <a:p>
            <a:pPr algn="ctr">
              <a:spcAft>
                <a:spcPts val="300"/>
              </a:spcAft>
            </a:pPr>
            <a:r>
              <a:rPr sz="850">
                <a:solidFill>
                  <a:srgbClr val="003000"/>
                </a:solidFill>
                <a:latin typeface="Arial"/>
              </a:rPr>
              <a:t>and Bugs</a:t>
            </a:r>
          </a:p>
        </p:txBody>
      </p:sp>
      <p:sp>
        <p:nvSpPr>
          <p:cNvPr id="26" name="Right Arrow 25"/>
          <p:cNvSpPr/>
          <p:nvPr/>
        </p:nvSpPr>
        <p:spPr>
          <a:xfrm>
            <a:off x="7114031" y="1197864"/>
            <a:ext cx="274320" cy="201168"/>
          </a:xfrm>
          <a:prstGeom prst="rightArrow">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88352" y="1051560"/>
            <a:ext cx="1481328" cy="50292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88352" y="1051560"/>
            <a:ext cx="1481328" cy="502920"/>
          </a:xfrm>
          <a:prstGeom prst="rect">
            <a:avLst/>
          </a:prstGeom>
          <a:noFill/>
        </p:spPr>
        <p:txBody>
          <a:bodyPr wrap="square" anchor="ctr" lIns="45720" rIns="45720" tIns="27432" bIns="27432">
            <a:spAutoFit/>
          </a:bodyPr>
          <a:lstStyle/>
          <a:p>
            <a:pPr algn="ctr">
              <a:spcAft>
                <a:spcPts val="300"/>
              </a:spcAft>
            </a:pPr>
            <a:r>
              <a:rPr b="1" sz="1000">
                <a:solidFill>
                  <a:srgbClr val="FAFAE0"/>
                </a:solidFill>
                <a:latin typeface="Arial"/>
              </a:rPr>
              <a:t>qa-automator</a:t>
            </a:r>
          </a:p>
        </p:txBody>
      </p:sp>
      <p:sp>
        <p:nvSpPr>
          <p:cNvPr id="29" name="TextBox 28"/>
          <p:cNvSpPr txBox="1"/>
          <p:nvPr/>
        </p:nvSpPr>
        <p:spPr>
          <a:xfrm>
            <a:off x="7388352" y="1627632"/>
            <a:ext cx="1481328" cy="548640"/>
          </a:xfrm>
          <a:prstGeom prst="rect">
            <a:avLst/>
          </a:prstGeom>
          <a:noFill/>
        </p:spPr>
        <p:txBody>
          <a:bodyPr wrap="square" anchor="t" lIns="45720" rIns="45720" tIns="27432" bIns="27432">
            <a:spAutoFit/>
          </a:bodyPr>
          <a:lstStyle/>
          <a:p>
            <a:pPr algn="ctr">
              <a:spcAft>
                <a:spcPts val="300"/>
              </a:spcAft>
            </a:pPr>
            <a:r>
              <a:rPr sz="800">
                <a:solidFill>
                  <a:srgbClr val="007734"/>
                </a:solidFill>
                <a:latin typeface="Courier New"/>
              </a:rPr>
              <a:t>Automate PBI#&lt;ID&gt;</a:t>
            </a:r>
          </a:p>
        </p:txBody>
      </p:sp>
      <p:sp>
        <p:nvSpPr>
          <p:cNvPr id="30" name="Rectangle 29"/>
          <p:cNvSpPr/>
          <p:nvPr/>
        </p:nvSpPr>
        <p:spPr>
          <a:xfrm>
            <a:off x="7388352" y="2240280"/>
            <a:ext cx="1481328" cy="64008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88352" y="2240280"/>
            <a:ext cx="1481328" cy="640080"/>
          </a:xfrm>
          <a:prstGeom prst="rect">
            <a:avLst/>
          </a:prstGeom>
          <a:noFill/>
        </p:spPr>
        <p:txBody>
          <a:bodyPr wrap="square" anchor="ctr" lIns="45720" rIns="45720" tIns="27432" bIns="27432">
            <a:spAutoFit/>
          </a:bodyPr>
          <a:lstStyle/>
          <a:p>
            <a:pPr algn="ctr">
              <a:spcAft>
                <a:spcPts val="300"/>
              </a:spcAft>
            </a:pPr>
            <a:r>
              <a:rPr sz="850">
                <a:solidFill>
                  <a:srgbClr val="003000"/>
                </a:solidFill>
                <a:latin typeface="Arial"/>
              </a:rPr>
              <a:t>Playwright tests,</a:t>
            </a:r>
          </a:p>
          <a:p>
            <a:pPr algn="ctr">
              <a:spcAft>
                <a:spcPts val="300"/>
              </a:spcAft>
            </a:pPr>
            <a:r>
              <a:rPr sz="850">
                <a:solidFill>
                  <a:srgbClr val="003000"/>
                </a:solidFill>
                <a:latin typeface="Arial"/>
              </a:rPr>
              <a:t>tag “Automated”</a:t>
            </a:r>
          </a:p>
        </p:txBody>
      </p:sp>
      <p:sp>
        <p:nvSpPr>
          <p:cNvPr id="32" name="TextBox 31"/>
          <p:cNvSpPr txBox="1"/>
          <p:nvPr/>
        </p:nvSpPr>
        <p:spPr>
          <a:xfrm>
            <a:off x="256032" y="3108960"/>
            <a:ext cx="8595360" cy="1463040"/>
          </a:xfrm>
          <a:prstGeom prst="rect">
            <a:avLst/>
          </a:prstGeom>
          <a:noFill/>
        </p:spPr>
        <p:txBody>
          <a:bodyPr wrap="square" anchor="t">
            <a:spAutoFit/>
          </a:bodyPr>
          <a:lstStyle/>
          <a:p>
            <a:pPr>
              <a:spcAft>
                <a:spcPts val="300"/>
              </a:spcAft>
            </a:pPr>
            <a:r>
              <a:rPr b="1" sz="1000"/>
              <a:t>Shared workspace:</a:t>
            </a:r>
            <a:r>
              <a:rPr sz="1000"/>
              <a:t> every agent reads and writes </a:t>
            </a:r>
            <a:r>
              <a:rPr sz="1000">
                <a:solidFill>
                  <a:srgbClr val="007734"/>
                </a:solidFill>
                <a:latin typeface="Courier New"/>
              </a:rPr>
              <a:t>archive/&lt;PBI_ID&gt;/</a:t>
            </a:r>
            <a:r>
              <a:rPr sz="1000"/>
              <a:t>, always keyed by the PBI id, even when started on a Task.</a:t>
            </a:r>
          </a:p>
          <a:p>
            <a:pPr>
              <a:spcAft>
                <a:spcPts val="300"/>
              </a:spcAft>
            </a:pPr>
            <a:r>
              <a:rPr b="1" sz="1000"/>
              <a:t>Stable ids:</a:t>
            </a:r>
            <a:r>
              <a:rPr sz="1000"/>
              <a:t> scenarios are </a:t>
            </a:r>
            <a:r>
              <a:rPr sz="1000">
                <a:solidFill>
                  <a:srgbClr val="007734"/>
                </a:solidFill>
                <a:latin typeface="Courier New"/>
              </a:rPr>
              <a:t>FE1…</a:t>
            </a:r>
            <a:r>
              <a:rPr sz="1000"/>
              <a:t> / </a:t>
            </a:r>
            <a:r>
              <a:rPr sz="1000">
                <a:solidFill>
                  <a:srgbClr val="007734"/>
                </a:solidFill>
                <a:latin typeface="Courier New"/>
              </a:rPr>
              <a:t>BE1…</a:t>
            </a:r>
            <a:r>
              <a:rPr sz="1000"/>
              <a:t> and are never renumbered; downstream agents match by id, never by wording.</a:t>
            </a:r>
          </a:p>
          <a:p>
            <a:pPr>
              <a:spcAft>
                <a:spcPts val="300"/>
              </a:spcAft>
            </a:pPr>
            <a:r>
              <a:rPr b="1" sz="1000"/>
              <a:t>Board tracking:</a:t>
            </a:r>
            <a:r>
              <a:rPr sz="1000"/>
              <a:t> each agent owns exactly one Azure DevOps work item type it may touch (its QA task, Test Cases, Bugs or tags).</a:t>
            </a:r>
          </a:p>
          <a:p>
            <a:pPr>
              <a:spcAft>
                <a:spcPts val="300"/>
              </a:spcAft>
            </a:pPr>
            <a:r>
              <a:rPr b="1" sz="1000"/>
              <a:t>Idempotent:</a:t>
            </a:r>
            <a:r>
              <a:rPr sz="1000"/>
              <a:t> created ids are written back into the files (</a:t>
            </a:r>
            <a:r>
              <a:rPr sz="1000">
                <a:solidFill>
                  <a:srgbClr val="007734"/>
                </a:solidFill>
                <a:latin typeface="Courier New"/>
              </a:rPr>
              <a:t>ado_bug:</a:t>
            </a:r>
            <a:r>
              <a:rPr sz="1000"/>
              <a:t>, </a:t>
            </a:r>
            <a:r>
              <a:rPr sz="1000">
                <a:solidFill>
                  <a:srgbClr val="007734"/>
                </a:solidFill>
                <a:latin typeface="Courier New"/>
              </a:rPr>
              <a:t>Created:</a:t>
            </a:r>
            <a:r>
              <a:rPr sz="1000"/>
              <a:t>), so a re-run never duplicates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Supporting files around .claude</a:t>
            </a:r>
          </a:p>
        </p:txBody>
      </p:sp>
      <p:graphicFrame>
        <p:nvGraphicFramePr>
          <p:cNvPr id="3" name="Table 2"/>
          <p:cNvGraphicFramePr>
            <a:graphicFrameLocks noGrp="1"/>
          </p:cNvGraphicFramePr>
          <p:nvPr/>
        </p:nvGraphicFramePr>
        <p:xfrm>
          <a:off x="256032" y="914400"/>
          <a:ext cx="8641080" cy="3364992"/>
        </p:xfrm>
        <a:graphic>
          <a:graphicData uri="http://schemas.openxmlformats.org/drawingml/2006/table">
            <a:tbl>
              <a:tblPr firstRow="0" bandRow="0"/>
              <a:tblGrid>
                <a:gridCol w="2011680"/>
                <a:gridCol w="4069080"/>
                <a:gridCol w="2560320"/>
              </a:tblGrid>
              <a:tr h="420624">
                <a:tc>
                  <a:txBody>
                    <a:bodyPr wrap="square"/>
                    <a:lstStyle/>
                    <a:p>
                      <a:r>
                        <a:rPr b="1" sz="850">
                          <a:solidFill>
                            <a:srgbClr val="FFFFFF"/>
                          </a:solidFill>
                          <a:latin typeface="Arial"/>
                        </a:rPr>
                        <a:t>File / folder</a:t>
                      </a:r>
                    </a:p>
                  </a:txBody>
                  <a:tcPr marL="54864" marR="54864" marT="22860" marB="22860" anchor="ctr">
                    <a:solidFill>
                      <a:srgbClr val="00C200"/>
                    </a:solidFill>
                  </a:tcPr>
                </a:tc>
                <a:tc>
                  <a:txBody>
                    <a:bodyPr wrap="square"/>
                    <a:lstStyle/>
                    <a:p>
                      <a:r>
                        <a:rPr b="1" sz="850">
                          <a:solidFill>
                            <a:srgbClr val="FFFFFF"/>
                          </a:solidFill>
                          <a:latin typeface="Arial"/>
                        </a:rPr>
                        <a:t>Purpose</a:t>
                      </a:r>
                    </a:p>
                  </a:txBody>
                  <a:tcPr marL="54864" marR="54864" marT="22860" marB="22860" anchor="ctr">
                    <a:solidFill>
                      <a:srgbClr val="00C200"/>
                    </a:solidFill>
                  </a:tcPr>
                </a:tc>
                <a:tc>
                  <a:txBody>
                    <a:bodyPr wrap="square"/>
                    <a:lstStyle/>
                    <a:p>
                      <a:r>
                        <a:rPr b="1" sz="850">
                          <a:solidFill>
                            <a:srgbClr val="FFFFFF"/>
                          </a:solidFill>
                          <a:latin typeface="Arial"/>
                        </a:rPr>
                        <a:t>Rule</a:t>
                      </a:r>
                    </a:p>
                  </a:txBody>
                  <a:tcPr marL="54864" marR="54864" marT="22860" marB="22860" anchor="ctr">
                    <a:solidFill>
                      <a:srgbClr val="00C200"/>
                    </a:solidFill>
                  </a:tcPr>
                </a:tc>
              </a:tr>
              <a:tr h="420624">
                <a:tc>
                  <a:txBody>
                    <a:bodyPr wrap="square"/>
                    <a:lstStyle/>
                    <a:p>
                      <a:r>
                        <a:rPr sz="850">
                          <a:solidFill>
                            <a:srgbClr val="007734"/>
                          </a:solidFill>
                          <a:latin typeface="Courier New"/>
                        </a:rPr>
                        <a:t>.mcp.json</a:t>
                      </a:r>
                    </a:p>
                  </a:txBody>
                  <a:tcPr marL="54864" marR="54864" marT="22860" marB="22860" anchor="ctr">
                    <a:solidFill>
                      <a:srgbClr val="FFFFFF"/>
                    </a:solidFill>
                  </a:tcPr>
                </a:tc>
                <a:tc>
                  <a:txBody>
                    <a:bodyPr wrap="square"/>
                    <a:lstStyle/>
                    <a:p>
                      <a:r>
                        <a:rPr sz="850">
                          <a:solidFill>
                            <a:srgbClr val="003000"/>
                          </a:solidFill>
                          <a:latin typeface="Arial"/>
                        </a:rPr>
                        <a:t>Project MCP servers: postgres, swagger, azure-devops, chrome-devtools-mcp, playwright</a:t>
                      </a:r>
                    </a:p>
                  </a:txBody>
                  <a:tcPr marL="54864" marR="54864" marT="22860" marB="22860" anchor="ctr">
                    <a:solidFill>
                      <a:srgbClr val="FFFFFF"/>
                    </a:solidFill>
                  </a:tcPr>
                </a:tc>
                <a:tc>
                  <a:txBody>
                    <a:bodyPr wrap="square"/>
                    <a:lstStyle/>
                    <a:p>
                      <a:r>
                        <a:rPr sz="850">
                          <a:solidFill>
                            <a:srgbClr val="003000"/>
                          </a:solidFill>
                          <a:latin typeface="Arial"/>
                        </a:rPr>
                        <a:t>Shared through git; secrets via ${ENV_VAR}</a:t>
                      </a:r>
                    </a:p>
                  </a:txBody>
                  <a:tcPr marL="54864" marR="54864" marT="22860" marB="22860" anchor="ctr">
                    <a:solidFill>
                      <a:srgbClr val="FFFFFF"/>
                    </a:solidFill>
                  </a:tcPr>
                </a:tc>
              </a:tr>
              <a:tr h="420624">
                <a:tc>
                  <a:txBody>
                    <a:bodyPr wrap="square"/>
                    <a:lstStyle/>
                    <a:p>
                      <a:r>
                        <a:rPr sz="850">
                          <a:solidFill>
                            <a:srgbClr val="007734"/>
                          </a:solidFill>
                          <a:latin typeface="Courier New"/>
                        </a:rPr>
                        <a:t>lessons/&lt;agent&gt;-lessons.md</a:t>
                      </a:r>
                    </a:p>
                  </a:txBody>
                  <a:tcPr marL="54864" marR="54864" marT="22860" marB="22860" anchor="ctr">
                    <a:solidFill>
                      <a:srgbClr val="EEF4DE"/>
                    </a:solidFill>
                  </a:tcPr>
                </a:tc>
                <a:tc>
                  <a:txBody>
                    <a:bodyPr wrap="square"/>
                    <a:lstStyle/>
                    <a:p>
                      <a:r>
                        <a:rPr sz="850">
                          <a:solidFill>
                            <a:srgbClr val="003000"/>
                          </a:solidFill>
                          <a:latin typeface="Arial"/>
                        </a:rPr>
                        <a:t>Rules learned from human corrections; read at step 0 of every run</a:t>
                      </a:r>
                    </a:p>
                  </a:txBody>
                  <a:tcPr marL="54864" marR="54864" marT="22860" marB="22860" anchor="ctr">
                    <a:solidFill>
                      <a:srgbClr val="EEF4DE"/>
                    </a:solidFill>
                  </a:tcPr>
                </a:tc>
                <a:tc>
                  <a:txBody>
                    <a:bodyPr wrap="square"/>
                    <a:lstStyle/>
                    <a:p>
                      <a:r>
                        <a:rPr sz="850">
                          <a:solidFill>
                            <a:srgbClr val="003000"/>
                          </a:solidFill>
                          <a:latin typeface="Arial"/>
                        </a:rPr>
                        <a:t>Append only when a human corrects the agent</a:t>
                      </a:r>
                    </a:p>
                  </a:txBody>
                  <a:tcPr marL="54864" marR="54864" marT="22860" marB="22860" anchor="ctr">
                    <a:solidFill>
                      <a:srgbClr val="EEF4DE"/>
                    </a:solidFill>
                  </a:tcPr>
                </a:tc>
              </a:tr>
              <a:tr h="420624">
                <a:tc>
                  <a:txBody>
                    <a:bodyPr wrap="square"/>
                    <a:lstStyle/>
                    <a:p>
                      <a:r>
                        <a:rPr sz="850">
                          <a:solidFill>
                            <a:srgbClr val="007734"/>
                          </a:solidFill>
                          <a:latin typeface="Courier New"/>
                        </a:rPr>
                        <a:t>archive/&lt;PBI_ID&gt;/</a:t>
                      </a:r>
                    </a:p>
                  </a:txBody>
                  <a:tcPr marL="54864" marR="54864" marT="22860" marB="22860" anchor="ctr">
                    <a:solidFill>
                      <a:srgbClr val="FFFFFF"/>
                    </a:solidFill>
                  </a:tcPr>
                </a:tc>
                <a:tc>
                  <a:txBody>
                    <a:bodyPr wrap="square"/>
                    <a:lstStyle/>
                    <a:p>
                      <a:r>
                        <a:rPr sz="850">
                          <a:solidFill>
                            <a:srgbClr val="003000"/>
                          </a:solidFill>
                          <a:latin typeface="Arial"/>
                        </a:rPr>
                        <a:t>QA_PLAN.md, TEST_SCENARIOS.md, bugs/ — the hand-off between agents</a:t>
                      </a:r>
                    </a:p>
                  </a:txBody>
                  <a:tcPr marL="54864" marR="54864" marT="22860" marB="22860" anchor="ctr">
                    <a:solidFill>
                      <a:srgbClr val="FFFFFF"/>
                    </a:solidFill>
                  </a:tcPr>
                </a:tc>
                <a:tc>
                  <a:txBody>
                    <a:bodyPr wrap="square"/>
                    <a:lstStyle/>
                    <a:p>
                      <a:r>
                        <a:rPr sz="850">
                          <a:solidFill>
                            <a:srgbClr val="003000"/>
                          </a:solidFill>
                          <a:latin typeface="Arial"/>
                        </a:rPr>
                        <a:t>Git-ignored; reviewed by a human</a:t>
                      </a:r>
                    </a:p>
                  </a:txBody>
                  <a:tcPr marL="54864" marR="54864" marT="22860" marB="22860" anchor="ctr">
                    <a:solidFill>
                      <a:srgbClr val="FFFFFF"/>
                    </a:solidFill>
                  </a:tcPr>
                </a:tc>
              </a:tr>
              <a:tr h="420624">
                <a:tc>
                  <a:txBody>
                    <a:bodyPr wrap="square"/>
                    <a:lstStyle/>
                    <a:p>
                      <a:r>
                        <a:rPr sz="850">
                          <a:solidFill>
                            <a:srgbClr val="007734"/>
                          </a:solidFill>
                          <a:latin typeface="Courier New"/>
                        </a:rPr>
                        <a:t>.secrets/qa.env</a:t>
                      </a:r>
                    </a:p>
                  </a:txBody>
                  <a:tcPr marL="54864" marR="54864" marT="22860" marB="22860" anchor="ctr">
                    <a:solidFill>
                      <a:srgbClr val="EEF4DE"/>
                    </a:solidFill>
                  </a:tcPr>
                </a:tc>
                <a:tc>
                  <a:txBody>
                    <a:bodyPr wrap="square"/>
                    <a:lstStyle/>
                    <a:p>
                      <a:r>
                        <a:rPr sz="850">
                          <a:solidFill>
                            <a:srgbClr val="003000"/>
                          </a:solidFill>
                          <a:latin typeface="Arial"/>
                        </a:rPr>
                        <a:t>QA account credentials used by the sign-in helper</a:t>
                      </a:r>
                    </a:p>
                  </a:txBody>
                  <a:tcPr marL="54864" marR="54864" marT="22860" marB="22860" anchor="ctr">
                    <a:solidFill>
                      <a:srgbClr val="EEF4DE"/>
                    </a:solidFill>
                  </a:tcPr>
                </a:tc>
                <a:tc>
                  <a:txBody>
                    <a:bodyPr wrap="square"/>
                    <a:lstStyle/>
                    <a:p>
                      <a:r>
                        <a:rPr sz="850">
                          <a:solidFill>
                            <a:srgbClr val="003000"/>
                          </a:solidFill>
                          <a:latin typeface="Arial"/>
                        </a:rPr>
                        <a:t>Git-ignored; agents never read it</a:t>
                      </a:r>
                    </a:p>
                  </a:txBody>
                  <a:tcPr marL="54864" marR="54864" marT="22860" marB="22860" anchor="ctr">
                    <a:solidFill>
                      <a:srgbClr val="EEF4DE"/>
                    </a:solidFill>
                  </a:tcPr>
                </a:tc>
              </a:tr>
              <a:tr h="420624">
                <a:tc>
                  <a:txBody>
                    <a:bodyPr wrap="square"/>
                    <a:lstStyle/>
                    <a:p>
                      <a:r>
                        <a:rPr sz="850">
                          <a:solidFill>
                            <a:srgbClr val="007734"/>
                          </a:solidFill>
                          <a:latin typeface="Courier New"/>
                        </a:rPr>
                        <a:t>tools/qa-login.mjs</a:t>
                      </a:r>
                    </a:p>
                  </a:txBody>
                  <a:tcPr marL="54864" marR="54864" marT="22860" marB="22860" anchor="ctr">
                    <a:solidFill>
                      <a:srgbClr val="FFFFFF"/>
                    </a:solidFill>
                  </a:tcPr>
                </a:tc>
                <a:tc>
                  <a:txBody>
                    <a:bodyPr wrap="square"/>
                    <a:lstStyle/>
                    <a:p>
                      <a:r>
                        <a:rPr sz="850">
                          <a:solidFill>
                            <a:srgbClr val="003000"/>
                          </a:solidFill>
                          <a:latin typeface="Arial"/>
                        </a:rPr>
                        <a:t>Signs a QA account in to the QA Chrome without exposing the password or token</a:t>
                      </a:r>
                    </a:p>
                  </a:txBody>
                  <a:tcPr marL="54864" marR="54864" marT="22860" marB="22860" anchor="ctr">
                    <a:solidFill>
                      <a:srgbClr val="FFFFFF"/>
                    </a:solidFill>
                  </a:tcPr>
                </a:tc>
                <a:tc>
                  <a:txBody>
                    <a:bodyPr wrap="square"/>
                    <a:lstStyle/>
                    <a:p>
                      <a:r>
                        <a:rPr sz="850">
                          <a:solidFill>
                            <a:srgbClr val="003000"/>
                          </a:solidFill>
                          <a:latin typeface="Arial"/>
                        </a:rPr>
                        <a:t>Only Bash command most agents may run</a:t>
                      </a:r>
                    </a:p>
                  </a:txBody>
                  <a:tcPr marL="54864" marR="54864" marT="22860" marB="22860" anchor="ctr">
                    <a:solidFill>
                      <a:srgbClr val="FFFFFF"/>
                    </a:solidFill>
                  </a:tcPr>
                </a:tc>
              </a:tr>
              <a:tr h="420624">
                <a:tc>
                  <a:txBody>
                    <a:bodyPr wrap="square"/>
                    <a:lstStyle/>
                    <a:p>
                      <a:r>
                        <a:rPr sz="850">
                          <a:solidFill>
                            <a:srgbClr val="007734"/>
                          </a:solidFill>
                          <a:latin typeface="Courier New"/>
                        </a:rPr>
                        <a:t>skills/*/scripts/*.mjs</a:t>
                      </a:r>
                    </a:p>
                  </a:txBody>
                  <a:tcPr marL="54864" marR="54864" marT="22860" marB="22860" anchor="ctr">
                    <a:solidFill>
                      <a:srgbClr val="EEF4DE"/>
                    </a:solidFill>
                  </a:tcPr>
                </a:tc>
                <a:tc>
                  <a:txBody>
                    <a:bodyPr wrap="square"/>
                    <a:lstStyle/>
                    <a:p>
                      <a:r>
                        <a:rPr sz="850">
                          <a:solidFill>
                            <a:srgbClr val="003000"/>
                          </a:solidFill>
                          <a:latin typeface="Arial"/>
                        </a:rPr>
                        <a:t>Deterministic checks, e.g. check-feature-map.mjs</a:t>
                      </a:r>
                    </a:p>
                  </a:txBody>
                  <a:tcPr marL="54864" marR="54864" marT="22860" marB="22860" anchor="ctr">
                    <a:solidFill>
                      <a:srgbClr val="EEF4DE"/>
                    </a:solidFill>
                  </a:tcPr>
                </a:tc>
                <a:tc>
                  <a:txBody>
                    <a:bodyPr wrap="square"/>
                    <a:lstStyle/>
                    <a:p>
                      <a:r>
                        <a:rPr sz="850">
                          <a:solidFill>
                            <a:srgbClr val="003000"/>
                          </a:solidFill>
                          <a:latin typeface="Arial"/>
                        </a:rPr>
                        <a:t>Prefer a script over “check by reading”</a:t>
                      </a:r>
                    </a:p>
                  </a:txBody>
                  <a:tcPr marL="54864" marR="54864" marT="22860" marB="22860" anchor="ctr">
                    <a:solidFill>
                      <a:srgbClr val="EEF4DE"/>
                    </a:solidFill>
                  </a:tcPr>
                </a:tc>
              </a:tr>
              <a:tr h="420624">
                <a:tc>
                  <a:txBody>
                    <a:bodyPr wrap="square"/>
                    <a:lstStyle/>
                    <a:p>
                      <a:r>
                        <a:rPr sz="850">
                          <a:solidFill>
                            <a:srgbClr val="007734"/>
                          </a:solidFill>
                          <a:latin typeface="Courier New"/>
                        </a:rPr>
                        <a:t>fe_automation/</a:t>
                      </a:r>
                    </a:p>
                  </a:txBody>
                  <a:tcPr marL="54864" marR="54864" marT="22860" marB="22860" anchor="ctr">
                    <a:solidFill>
                      <a:srgbClr val="FFFFFF"/>
                    </a:solidFill>
                  </a:tcPr>
                </a:tc>
                <a:tc>
                  <a:txBody>
                    <a:bodyPr wrap="square"/>
                    <a:lstStyle/>
                    <a:p>
                      <a:r>
                        <a:rPr sz="850">
                          <a:solidFill>
                            <a:srgbClr val="003000"/>
                          </a:solidFill>
                          <a:latin typeface="Arial"/>
                        </a:rPr>
                        <a:t>Playwright + TypeScript project with page objects and SQL test data</a:t>
                      </a:r>
                    </a:p>
                  </a:txBody>
                  <a:tcPr marL="54864" marR="54864" marT="22860" marB="22860" anchor="ctr">
                    <a:solidFill>
                      <a:srgbClr val="FFFFFF"/>
                    </a:solidFill>
                  </a:tcPr>
                </a:tc>
                <a:tc>
                  <a:txBody>
                    <a:bodyPr wrap="square"/>
                    <a:lstStyle/>
                    <a:p>
                      <a:r>
                        <a:rPr sz="850">
                          <a:solidFill>
                            <a:srgbClr val="003000"/>
                          </a:solidFill>
                          <a:latin typeface="Arial"/>
                        </a:rPr>
                        <a:t>Only qa-automator writes here</a:t>
                      </a:r>
                    </a:p>
                  </a:txBody>
                  <a:tcPr marL="54864" marR="54864" marT="22860" marB="2286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Agents</a:t>
            </a:r>
            <a:br/>
            <a:r>
              <a:rPr i="1">
                <a:latin typeface="Times New Roman"/>
              </a:rPr>
              <a:t>and skills.</a:t>
            </a:r>
          </a:p>
        </p:txBody>
      </p:sp>
      <p:sp>
        <p:nvSpPr>
          <p:cNvPr id="3" name="Text Placeholder 2"/>
          <p:cNvSpPr>
            <a:spLocks noGrp="1"/>
          </p:cNvSpPr>
          <p:nvPr>
            <p:ph type="body" idx="13" sz="quarter"/>
          </p:nvPr>
        </p:nvSpPr>
        <p:spPr/>
        <p:txBody>
          <a:bodyPr wrap="square" anchor="t"/>
          <a:lstStyle/>
          <a:p>
            <a:pPr>
              <a:spcAft>
                <a:spcPts val="400"/>
              </a:spcAft>
            </a:pPr>
            <a:r>
              <a:rPr sz="1100"/>
              <a:t>An agent definition grants capabilities. A skill describes the procedure. Keep the two separate.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of an agent file</a:t>
            </a:r>
          </a:p>
        </p:txBody>
      </p:sp>
      <p:sp>
        <p:nvSpPr>
          <p:cNvPr id="3" name="Rectangle 2"/>
          <p:cNvSpPr/>
          <p:nvPr/>
        </p:nvSpPr>
        <p:spPr>
          <a:xfrm>
            <a:off x="256032" y="914400"/>
            <a:ext cx="3566160" cy="3172968"/>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800">
                <a:solidFill>
                  <a:srgbClr val="D6FF63"/>
                </a:solidFill>
                <a:latin typeface="Courier New"/>
              </a:rPr>
              <a:t># .claude/agents/qa-planner.md</a:t>
            </a:r>
          </a:p>
          <a:p>
            <a:pPr algn="l">
              <a:spcAft>
                <a:spcPts val="0"/>
              </a:spcAft>
            </a:pPr>
            <a:r>
              <a:rPr sz="800">
                <a:solidFill>
                  <a:srgbClr val="FAFAE0"/>
                </a:solidFill>
                <a:latin typeface="Courier New"/>
              </a:rPr>
              <a:t>---</a:t>
            </a:r>
          </a:p>
          <a:p>
            <a:pPr algn="l">
              <a:spcAft>
                <a:spcPts val="0"/>
              </a:spcAft>
            </a:pPr>
            <a:r>
              <a:rPr sz="800">
                <a:solidFill>
                  <a:srgbClr val="FAFAE0"/>
                </a:solidFill>
                <a:latin typeface="Courier New"/>
              </a:rPr>
              <a:t>name: qa-planner</a:t>
            </a:r>
          </a:p>
          <a:p>
            <a:pPr algn="l">
              <a:spcAft>
                <a:spcPts val="0"/>
              </a:spcAft>
            </a:pPr>
            <a:r>
              <a:rPr sz="800">
                <a:solidFill>
                  <a:srgbClr val="FAFAE0"/>
                </a:solidFill>
                <a:latin typeface="Courier New"/>
              </a:rPr>
              <a:t>description: Analyzes the requirements</a:t>
            </a:r>
          </a:p>
          <a:p>
            <a:pPr algn="l">
              <a:spcAft>
                <a:spcPts val="0"/>
              </a:spcAft>
            </a:pPr>
            <a:r>
              <a:rPr sz="800">
                <a:solidFill>
                  <a:srgbClr val="FAFAE0"/>
                </a:solidFill>
                <a:latin typeface="Courier New"/>
              </a:rPr>
              <a:t>  and acceptance criteria of a PBI from</a:t>
            </a:r>
          </a:p>
          <a:p>
            <a:pPr algn="l">
              <a:spcAft>
                <a:spcPts val="0"/>
              </a:spcAft>
            </a:pPr>
            <a:r>
              <a:rPr sz="800">
                <a:solidFill>
                  <a:srgbClr val="FAFAE0"/>
                </a:solidFill>
                <a:latin typeface="Courier New"/>
              </a:rPr>
              <a:t>  Azure DevOps, creates a QA plan for the</a:t>
            </a:r>
          </a:p>
          <a:p>
            <a:pPr algn="l">
              <a:spcAft>
                <a:spcPts val="0"/>
              </a:spcAft>
            </a:pPr>
            <a:r>
              <a:rPr sz="800">
                <a:solidFill>
                  <a:srgbClr val="FAFAE0"/>
                </a:solidFill>
                <a:latin typeface="Courier New"/>
              </a:rPr>
              <a:t>  following agents and tracks it in the</a:t>
            </a:r>
          </a:p>
          <a:p>
            <a:pPr algn="l">
              <a:spcAft>
                <a:spcPts val="0"/>
              </a:spcAft>
            </a:pPr>
            <a:r>
              <a:rPr sz="800">
                <a:solidFill>
                  <a:srgbClr val="FAFAE0"/>
                </a:solidFill>
                <a:latin typeface="Courier New"/>
              </a:rPr>
              <a:t>  PBI's "QA Plan" task.</a:t>
            </a:r>
          </a:p>
          <a:p>
            <a:pPr algn="l">
              <a:spcAft>
                <a:spcPts val="0"/>
              </a:spcAft>
            </a:pPr>
            <a:r>
              <a:rPr sz="800">
                <a:solidFill>
                  <a:srgbClr val="FAFAE0"/>
                </a:solidFill>
                <a:latin typeface="Courier New"/>
              </a:rPr>
              <a:t>tools:</a:t>
            </a:r>
          </a:p>
          <a:p>
            <a:pPr algn="l">
              <a:spcAft>
                <a:spcPts val="0"/>
              </a:spcAft>
            </a:pPr>
            <a:r>
              <a:rPr sz="800">
                <a:solidFill>
                  <a:srgbClr val="FAFAE0"/>
                </a:solidFill>
                <a:latin typeface="Courier New"/>
              </a:rPr>
              <a:t>  - Read</a:t>
            </a:r>
          </a:p>
          <a:p>
            <a:pPr algn="l">
              <a:spcAft>
                <a:spcPts val="0"/>
              </a:spcAft>
            </a:pPr>
            <a:r>
              <a:rPr sz="800">
                <a:solidFill>
                  <a:srgbClr val="FAFAE0"/>
                </a:solidFill>
                <a:latin typeface="Courier New"/>
              </a:rPr>
              <a:t>  - Write</a:t>
            </a:r>
          </a:p>
          <a:p>
            <a:pPr algn="l">
              <a:spcAft>
                <a:spcPts val="0"/>
              </a:spcAft>
            </a:pPr>
            <a:r>
              <a:rPr sz="800">
                <a:solidFill>
                  <a:srgbClr val="FAFAE0"/>
                </a:solidFill>
                <a:latin typeface="Courier New"/>
              </a:rPr>
              <a:t>  - Edit</a:t>
            </a:r>
          </a:p>
          <a:p>
            <a:pPr algn="l">
              <a:spcAft>
                <a:spcPts val="0"/>
              </a:spcAft>
            </a:pPr>
            <a:r>
              <a:rPr sz="800">
                <a:solidFill>
                  <a:srgbClr val="FAFAE0"/>
                </a:solidFill>
                <a:latin typeface="Courier New"/>
              </a:rPr>
              <a:t>  - Grep</a:t>
            </a:r>
          </a:p>
          <a:p>
            <a:pPr algn="l">
              <a:spcAft>
                <a:spcPts val="0"/>
              </a:spcAft>
            </a:pPr>
            <a:r>
              <a:rPr sz="800">
                <a:solidFill>
                  <a:srgbClr val="FAFAE0"/>
                </a:solidFill>
                <a:latin typeface="Courier New"/>
              </a:rPr>
              <a:t>  - Skill</a:t>
            </a:r>
          </a:p>
          <a:p>
            <a:pPr algn="l">
              <a:spcAft>
                <a:spcPts val="0"/>
              </a:spcAft>
            </a:pPr>
            <a:r>
              <a:rPr sz="800">
                <a:solidFill>
                  <a:srgbClr val="FAFAE0"/>
                </a:solidFill>
                <a:latin typeface="Courier New"/>
              </a:rPr>
              <a:t>  - mcp__azure-devops</a:t>
            </a:r>
          </a:p>
          <a:p>
            <a:pPr algn="l">
              <a:spcAft>
                <a:spcPts val="0"/>
              </a:spcAft>
            </a:pPr>
            <a:r>
              <a:rPr sz="800">
                <a:solidFill>
                  <a:srgbClr val="FAFAE0"/>
                </a:solidFill>
                <a:latin typeface="Courier New"/>
              </a:rPr>
              <a:t>  - mcp__swagger</a:t>
            </a:r>
          </a:p>
          <a:p>
            <a:pPr algn="l">
              <a:spcAft>
                <a:spcPts val="0"/>
              </a:spcAft>
            </a:pPr>
            <a:r>
              <a:rPr sz="800">
                <a:solidFill>
                  <a:srgbClr val="FAFAE0"/>
                </a:solidFill>
                <a:latin typeface="Courier New"/>
              </a:rPr>
              <a:t>  - mcp__postgres</a:t>
            </a:r>
          </a:p>
          <a:p>
            <a:pPr algn="l">
              <a:spcAft>
                <a:spcPts val="0"/>
              </a:spcAft>
            </a:pPr>
            <a:r>
              <a:rPr sz="800">
                <a:solidFill>
                  <a:srgbClr val="FAFAE0"/>
                </a:solidFill>
                <a:latin typeface="Courier New"/>
              </a:rPr>
              <a:t>model: opus</a:t>
            </a:r>
          </a:p>
          <a:p>
            <a:pPr algn="l">
              <a:spcAft>
                <a:spcPts val="0"/>
              </a:spcAft>
            </a:pPr>
            <a:r>
              <a:rPr sz="800">
                <a:solidFill>
                  <a:srgbClr val="FAFAE0"/>
                </a:solidFill>
                <a:latin typeface="Courier New"/>
              </a:rPr>
              <a:t>effort: high</a:t>
            </a:r>
          </a:p>
          <a:p>
            <a:pPr algn="l">
              <a:spcAft>
                <a:spcPts val="0"/>
              </a:spcAft>
            </a:pPr>
            <a:r>
              <a:rPr sz="800">
                <a:solidFill>
                  <a:srgbClr val="FAFAE0"/>
                </a:solidFill>
                <a:latin typeface="Courier New"/>
              </a:rPr>
              <a:t>permissionMode: acceptEdits</a:t>
            </a:r>
          </a:p>
          <a:p>
            <a:pPr algn="l">
              <a:spcAft>
                <a:spcPts val="0"/>
              </a:spcAft>
            </a:pPr>
            <a:r>
              <a:rPr sz="800">
                <a:solidFill>
                  <a:srgbClr val="FAFAE0"/>
                </a:solidFill>
                <a:latin typeface="Courier New"/>
              </a:rPr>
              <a:t>skills:</a:t>
            </a:r>
          </a:p>
          <a:p>
            <a:pPr algn="l">
              <a:spcAft>
                <a:spcPts val="0"/>
              </a:spcAft>
            </a:pPr>
            <a:r>
              <a:rPr sz="800">
                <a:solidFill>
                  <a:srgbClr val="FAFAE0"/>
                </a:solidFill>
                <a:latin typeface="Courier New"/>
              </a:rPr>
              <a:t>  - qa-planner</a:t>
            </a:r>
          </a:p>
          <a:p>
            <a:pPr algn="l">
              <a:spcAft>
                <a:spcPts val="0"/>
              </a:spcAft>
            </a:pPr>
            <a:r>
              <a:rPr sz="800">
                <a:solidFill>
                  <a:srgbClr val="FAFAE0"/>
                </a:solidFill>
                <a:latin typeface="Courier New"/>
              </a:rPr>
              <a:t>---</a:t>
            </a:r>
          </a:p>
        </p:txBody>
      </p:sp>
      <p:graphicFrame>
        <p:nvGraphicFramePr>
          <p:cNvPr id="4" name="Table 3"/>
          <p:cNvGraphicFramePr>
            <a:graphicFrameLocks noGrp="1"/>
          </p:cNvGraphicFramePr>
          <p:nvPr/>
        </p:nvGraphicFramePr>
        <p:xfrm>
          <a:off x="4023360" y="914400"/>
          <a:ext cx="4873752" cy="3538728"/>
        </p:xfrm>
        <a:graphic>
          <a:graphicData uri="http://schemas.openxmlformats.org/drawingml/2006/table">
            <a:tbl>
              <a:tblPr firstRow="0" bandRow="0"/>
              <a:tblGrid>
                <a:gridCol w="1325880"/>
                <a:gridCol w="3547872"/>
              </a:tblGrid>
              <a:tr h="393192">
                <a:tc>
                  <a:txBody>
                    <a:bodyPr wrap="square"/>
                    <a:lstStyle/>
                    <a:p>
                      <a:r>
                        <a:rPr b="1" sz="850">
                          <a:solidFill>
                            <a:srgbClr val="FFFFFF"/>
                          </a:solidFill>
                          <a:latin typeface="Arial"/>
                        </a:rPr>
                        <a:t>Field</a:t>
                      </a:r>
                    </a:p>
                  </a:txBody>
                  <a:tcPr marL="54864" marR="54864" marT="22860" marB="22860" anchor="ctr">
                    <a:solidFill>
                      <a:srgbClr val="00C200"/>
                    </a:solidFill>
                  </a:tcPr>
                </a:tc>
                <a:tc>
                  <a:txBody>
                    <a:bodyPr wrap="square"/>
                    <a:lstStyle/>
                    <a:p>
                      <a:r>
                        <a:rPr b="1" sz="850">
                          <a:solidFill>
                            <a:srgbClr val="FFFFFF"/>
                          </a:solidFill>
                          <a:latin typeface="Arial"/>
                        </a:rPr>
                        <a:t>What it does</a:t>
                      </a:r>
                    </a:p>
                  </a:txBody>
                  <a:tcPr marL="54864" marR="54864" marT="22860" marB="22860" anchor="ctr">
                    <a:solidFill>
                      <a:srgbClr val="00C200"/>
                    </a:solidFill>
                  </a:tcPr>
                </a:tc>
              </a:tr>
              <a:tr h="393192">
                <a:tc>
                  <a:txBody>
                    <a:bodyPr wrap="square"/>
                    <a:lstStyle/>
                    <a:p>
                      <a:r>
                        <a:rPr sz="850">
                          <a:solidFill>
                            <a:srgbClr val="007734"/>
                          </a:solidFill>
                          <a:latin typeface="Courier New"/>
                        </a:rPr>
                        <a:t>name</a:t>
                      </a:r>
                    </a:p>
                  </a:txBody>
                  <a:tcPr marL="54864" marR="54864" marT="22860" marB="22860" anchor="ctr">
                    <a:solidFill>
                      <a:srgbClr val="FFFFFF"/>
                    </a:solidFill>
                  </a:tcPr>
                </a:tc>
                <a:tc>
                  <a:txBody>
                    <a:bodyPr wrap="square"/>
                    <a:lstStyle/>
                    <a:p>
                      <a:r>
                        <a:rPr sz="850">
                          <a:solidFill>
                            <a:srgbClr val="003000"/>
                          </a:solidFill>
                          <a:latin typeface="Arial"/>
                        </a:rPr>
                        <a:t>Id used by @agent-&lt;name&gt;; matches the skill name</a:t>
                      </a:r>
                    </a:p>
                  </a:txBody>
                  <a:tcPr marL="54864" marR="54864" marT="22860" marB="22860" anchor="ctr">
                    <a:solidFill>
                      <a:srgbClr val="FFFFFF"/>
                    </a:solidFill>
                  </a:tcPr>
                </a:tc>
              </a:tr>
              <a:tr h="393192">
                <a:tc>
                  <a:txBody>
                    <a:bodyPr wrap="square"/>
                    <a:lstStyle/>
                    <a:p>
                      <a:r>
                        <a:rPr sz="850">
                          <a:solidFill>
                            <a:srgbClr val="007734"/>
                          </a:solidFill>
                          <a:latin typeface="Courier New"/>
                        </a:rPr>
                        <a:t>description</a:t>
                      </a:r>
                    </a:p>
                  </a:txBody>
                  <a:tcPr marL="54864" marR="54864" marT="22860" marB="22860" anchor="ctr">
                    <a:solidFill>
                      <a:srgbClr val="EEF4DE"/>
                    </a:solidFill>
                  </a:tcPr>
                </a:tc>
                <a:tc>
                  <a:txBody>
                    <a:bodyPr wrap="square"/>
                    <a:lstStyle/>
                    <a:p>
                      <a:r>
                        <a:rPr sz="850">
                          <a:solidFill>
                            <a:srgbClr val="003000"/>
                          </a:solidFill>
                          <a:latin typeface="Arial"/>
                        </a:rPr>
                        <a:t>When Claude should delegate to it; state inputs and outputs</a:t>
                      </a:r>
                    </a:p>
                  </a:txBody>
                  <a:tcPr marL="54864" marR="54864" marT="22860" marB="22860" anchor="ctr">
                    <a:solidFill>
                      <a:srgbClr val="EEF4DE"/>
                    </a:solidFill>
                  </a:tcPr>
                </a:tc>
              </a:tr>
              <a:tr h="393192">
                <a:tc>
                  <a:txBody>
                    <a:bodyPr wrap="square"/>
                    <a:lstStyle/>
                    <a:p>
                      <a:r>
                        <a:rPr sz="850">
                          <a:solidFill>
                            <a:srgbClr val="007734"/>
                          </a:solidFill>
                          <a:latin typeface="Courier New"/>
                        </a:rPr>
                        <a:t>tools</a:t>
                      </a:r>
                    </a:p>
                  </a:txBody>
                  <a:tcPr marL="54864" marR="54864" marT="22860" marB="22860" anchor="ctr">
                    <a:solidFill>
                      <a:srgbClr val="FFFFFF"/>
                    </a:solidFill>
                  </a:tcPr>
                </a:tc>
                <a:tc>
                  <a:txBody>
                    <a:bodyPr wrap="square"/>
                    <a:lstStyle/>
                    <a:p>
                      <a:r>
                        <a:rPr sz="850">
                          <a:solidFill>
                            <a:srgbClr val="003000"/>
                          </a:solidFill>
                          <a:latin typeface="Arial"/>
                        </a:rPr>
                        <a:t>Allowlist. Omit it and the agent inherits every tool</a:t>
                      </a:r>
                    </a:p>
                  </a:txBody>
                  <a:tcPr marL="54864" marR="54864" marT="22860" marB="22860" anchor="ctr">
                    <a:solidFill>
                      <a:srgbClr val="FFFFFF"/>
                    </a:solidFill>
                  </a:tcPr>
                </a:tc>
              </a:tr>
              <a:tr h="393192">
                <a:tc>
                  <a:txBody>
                    <a:bodyPr wrap="square"/>
                    <a:lstStyle/>
                    <a:p>
                      <a:r>
                        <a:rPr sz="850">
                          <a:solidFill>
                            <a:srgbClr val="007734"/>
                          </a:solidFill>
                          <a:latin typeface="Courier New"/>
                        </a:rPr>
                        <a:t>mcp__&lt;server&gt;</a:t>
                      </a:r>
                    </a:p>
                  </a:txBody>
                  <a:tcPr marL="54864" marR="54864" marT="22860" marB="22860" anchor="ctr">
                    <a:solidFill>
                      <a:srgbClr val="EEF4DE"/>
                    </a:solidFill>
                  </a:tcPr>
                </a:tc>
                <a:tc>
                  <a:txBody>
                    <a:bodyPr wrap="square"/>
                    <a:lstStyle/>
                    <a:p>
                      <a:r>
                        <a:rPr sz="850">
                          <a:solidFill>
                            <a:srgbClr val="003000"/>
                          </a:solidFill>
                          <a:latin typeface="Arial"/>
                        </a:rPr>
                        <a:t>All tools of one MCP server (see Permissions)</a:t>
                      </a:r>
                    </a:p>
                  </a:txBody>
                  <a:tcPr marL="54864" marR="54864" marT="22860" marB="22860" anchor="ctr">
                    <a:solidFill>
                      <a:srgbClr val="EEF4DE"/>
                    </a:solidFill>
                  </a:tcPr>
                </a:tc>
              </a:tr>
              <a:tr h="393192">
                <a:tc>
                  <a:txBody>
                    <a:bodyPr wrap="square"/>
                    <a:lstStyle/>
                    <a:p>
                      <a:r>
                        <a:rPr sz="850">
                          <a:solidFill>
                            <a:srgbClr val="007734"/>
                          </a:solidFill>
                          <a:latin typeface="Courier New"/>
                        </a:rPr>
                        <a:t>model</a:t>
                      </a:r>
                      <a:r>
                        <a:rPr sz="850">
                          <a:solidFill>
                            <a:srgbClr val="003000"/>
                          </a:solidFill>
                          <a:latin typeface="Arial"/>
                        </a:rPr>
                        <a:t> / </a:t>
                      </a:r>
                      <a:r>
                        <a:rPr sz="850">
                          <a:solidFill>
                            <a:srgbClr val="007734"/>
                          </a:solidFill>
                          <a:latin typeface="Courier New"/>
                        </a:rPr>
                        <a:t>effort</a:t>
                      </a:r>
                    </a:p>
                  </a:txBody>
                  <a:tcPr marL="54864" marR="54864" marT="22860" marB="22860" anchor="ctr">
                    <a:solidFill>
                      <a:srgbClr val="FFFFFF"/>
                    </a:solidFill>
                  </a:tcPr>
                </a:tc>
                <a:tc>
                  <a:txBody>
                    <a:bodyPr wrap="square"/>
                    <a:lstStyle/>
                    <a:p>
                      <a:r>
                        <a:rPr sz="850">
                          <a:solidFill>
                            <a:srgbClr val="003000"/>
                          </a:solidFill>
                          <a:latin typeface="Arial"/>
                        </a:rPr>
                        <a:t>Model alias and reasoning effort for this agent</a:t>
                      </a:r>
                    </a:p>
                  </a:txBody>
                  <a:tcPr marL="54864" marR="54864" marT="22860" marB="22860" anchor="ctr">
                    <a:solidFill>
                      <a:srgbClr val="FFFFFF"/>
                    </a:solidFill>
                  </a:tcPr>
                </a:tc>
              </a:tr>
              <a:tr h="393192">
                <a:tc>
                  <a:txBody>
                    <a:bodyPr wrap="square"/>
                    <a:lstStyle/>
                    <a:p>
                      <a:r>
                        <a:rPr sz="850">
                          <a:solidFill>
                            <a:srgbClr val="007734"/>
                          </a:solidFill>
                          <a:latin typeface="Courier New"/>
                        </a:rPr>
                        <a:t>permissionMode</a:t>
                      </a:r>
                    </a:p>
                  </a:txBody>
                  <a:tcPr marL="54864" marR="54864" marT="22860" marB="22860" anchor="ctr">
                    <a:solidFill>
                      <a:srgbClr val="EEF4DE"/>
                    </a:solidFill>
                  </a:tcPr>
                </a:tc>
                <a:tc>
                  <a:txBody>
                    <a:bodyPr wrap="square"/>
                    <a:lstStyle/>
                    <a:p>
                      <a:r>
                        <a:rPr sz="850">
                          <a:solidFill>
                            <a:srgbClr val="003000"/>
                          </a:solidFill>
                          <a:latin typeface="Arial"/>
                        </a:rPr>
                        <a:t>acceptEdits: file edits run without a prompt</a:t>
                      </a:r>
                    </a:p>
                  </a:txBody>
                  <a:tcPr marL="54864" marR="54864" marT="22860" marB="22860" anchor="ctr">
                    <a:solidFill>
                      <a:srgbClr val="EEF4DE"/>
                    </a:solidFill>
                  </a:tcPr>
                </a:tc>
              </a:tr>
              <a:tr h="393192">
                <a:tc>
                  <a:txBody>
                    <a:bodyPr wrap="square"/>
                    <a:lstStyle/>
                    <a:p>
                      <a:r>
                        <a:rPr sz="850">
                          <a:solidFill>
                            <a:srgbClr val="007734"/>
                          </a:solidFill>
                          <a:latin typeface="Courier New"/>
                        </a:rPr>
                        <a:t>skills</a:t>
                      </a:r>
                    </a:p>
                  </a:txBody>
                  <a:tcPr marL="54864" marR="54864" marT="22860" marB="22860" anchor="ctr">
                    <a:solidFill>
                      <a:srgbClr val="FFFFFF"/>
                    </a:solidFill>
                  </a:tcPr>
                </a:tc>
                <a:tc>
                  <a:txBody>
                    <a:bodyPr wrap="square"/>
                    <a:lstStyle/>
                    <a:p>
                      <a:r>
                        <a:rPr sz="850">
                          <a:solidFill>
                            <a:srgbClr val="003000"/>
                          </a:solidFill>
                          <a:latin typeface="Arial"/>
                        </a:rPr>
                        <a:t>Skills preloaded into the agent's context</a:t>
                      </a:r>
                    </a:p>
                  </a:txBody>
                  <a:tcPr marL="54864" marR="54864" marT="22860" marB="22860" anchor="ctr">
                    <a:solidFill>
                      <a:srgbClr val="FFFFFF"/>
                    </a:solidFill>
                  </a:tcPr>
                </a:tc>
              </a:tr>
              <a:tr h="393192">
                <a:tc>
                  <a:txBody>
                    <a:bodyPr wrap="square"/>
                    <a:lstStyle/>
                    <a:p>
                      <a:r>
                        <a:rPr sz="850">
                          <a:solidFill>
                            <a:srgbClr val="003000"/>
                          </a:solidFill>
                          <a:latin typeface="Arial"/>
                        </a:rPr>
                        <a:t>body (optional)</a:t>
                      </a:r>
                    </a:p>
                  </a:txBody>
                  <a:tcPr marL="54864" marR="54864" marT="22860" marB="22860" anchor="ctr">
                    <a:solidFill>
                      <a:srgbClr val="EEF4DE"/>
                    </a:solidFill>
                  </a:tcPr>
                </a:tc>
                <a:tc>
                  <a:txBody>
                    <a:bodyPr wrap="square"/>
                    <a:lstStyle/>
                    <a:p>
                      <a:r>
                        <a:rPr sz="850">
                          <a:solidFill>
                            <a:srgbClr val="003000"/>
                          </a:solidFill>
                          <a:latin typeface="Arial"/>
                        </a:rPr>
                        <a:t>System prompt. Empty here: the skill holds the procedure</a:t>
                      </a:r>
                    </a:p>
                  </a:txBody>
                  <a:tcPr marL="54864" marR="54864" marT="22860" marB="22860" anchor="ctr">
                    <a:solidFill>
                      <a:srgbClr val="EEF4D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vs. skill</a:t>
            </a:r>
          </a:p>
        </p:txBody>
      </p:sp>
      <p:sp>
        <p:nvSpPr>
          <p:cNvPr id="3" name="Content Placeholder 2"/>
          <p:cNvSpPr>
            <a:spLocks noGrp="1"/>
          </p:cNvSpPr>
          <p:nvPr>
            <p:ph idx="1" sz="half"/>
          </p:nvPr>
        </p:nvSpPr>
        <p:spPr/>
        <p:txBody>
          <a:bodyPr wrap="square" anchor="t"/>
          <a:lstStyle/>
          <a:p>
            <a:pPr>
              <a:spcAft>
                <a:spcPts val="400"/>
              </a:spcAft>
            </a:pPr>
            <a:r>
              <a:rPr b="1" sz="1100"/>
              <a:t>Agent</a:t>
            </a:r>
            <a:r>
              <a:rPr sz="1100"/>
              <a:t> — </a:t>
            </a:r>
            <a:r>
              <a:rPr sz="1100">
                <a:solidFill>
                  <a:srgbClr val="007734"/>
                </a:solidFill>
                <a:latin typeface="Courier New"/>
              </a:rPr>
              <a:t>.claude/agents/&lt;name&gt;.md</a:t>
            </a:r>
          </a:p>
          <a:p>
            <a:pPr lvl="1">
              <a:spcAft>
                <a:spcPts val="400"/>
              </a:spcAft>
            </a:pPr>
            <a:r>
              <a:rPr sz="1000"/>
              <a:t>Runs in its own context window</a:t>
            </a:r>
          </a:p>
          <a:p>
            <a:pPr lvl="1">
              <a:spcAft>
                <a:spcPts val="400"/>
              </a:spcAft>
            </a:pPr>
            <a:r>
              <a:rPr sz="1000"/>
              <a:t>Hard limits: tools, model, permission mode</a:t>
            </a:r>
          </a:p>
          <a:p>
            <a:pPr lvl="1">
              <a:spcAft>
                <a:spcPts val="400"/>
              </a:spcAft>
            </a:pPr>
            <a:r>
              <a:rPr sz="1000"/>
              <a:t>Called with @agent-&lt;name&gt; or by delegation</a:t>
            </a:r>
          </a:p>
          <a:p>
            <a:pPr lvl="1">
              <a:spcAft>
                <a:spcPts val="400"/>
              </a:spcAft>
            </a:pPr>
            <a:r>
              <a:rPr sz="1000"/>
              <a:t>Short: frontmatter, optional system prompt</a:t>
            </a:r>
          </a:p>
          <a:p>
            <a:pPr>
              <a:spcAft>
                <a:spcPts val="400"/>
              </a:spcAft>
            </a:pPr>
            <a:r>
              <a:rPr b="1" sz="1100"/>
              <a:t>Use it for</a:t>
            </a:r>
            <a:r>
              <a:rPr sz="1100"/>
              <a:t> a role with its own tool set (planner, explorer, automator)</a:t>
            </a:r>
          </a:p>
        </p:txBody>
      </p:sp>
      <p:sp>
        <p:nvSpPr>
          <p:cNvPr id="4" name="Content Placeholder 3"/>
          <p:cNvSpPr>
            <a:spLocks noGrp="1"/>
          </p:cNvSpPr>
          <p:nvPr>
            <p:ph idx="2" sz="half"/>
          </p:nvPr>
        </p:nvSpPr>
        <p:spPr/>
        <p:txBody>
          <a:bodyPr wrap="square" anchor="t"/>
          <a:lstStyle/>
          <a:p>
            <a:pPr>
              <a:spcAft>
                <a:spcPts val="400"/>
              </a:spcAft>
            </a:pPr>
            <a:r>
              <a:rPr b="1" sz="1100"/>
              <a:t>Skill</a:t>
            </a:r>
            <a:r>
              <a:rPr sz="1100"/>
              <a:t> — </a:t>
            </a:r>
            <a:r>
              <a:rPr sz="1100">
                <a:solidFill>
                  <a:srgbClr val="007734"/>
                </a:solidFill>
                <a:latin typeface="Courier New"/>
              </a:rPr>
              <a:t>.claude/skills/&lt;name&gt;/SKILL.md</a:t>
            </a:r>
          </a:p>
          <a:p>
            <a:pPr lvl="1">
              <a:spcAft>
                <a:spcPts val="400"/>
              </a:spcAft>
            </a:pPr>
            <a:r>
              <a:rPr sz="1000"/>
              <a:t>Loaded on demand by the main session or an agent</a:t>
            </a:r>
          </a:p>
          <a:p>
            <a:pPr lvl="1">
              <a:spcAft>
                <a:spcPts val="400"/>
              </a:spcAft>
            </a:pPr>
            <a:r>
              <a:rPr sz="1000"/>
              <a:t>Soft limits: the rules the model follows</a:t>
            </a:r>
          </a:p>
          <a:p>
            <a:pPr lvl="1">
              <a:spcAft>
                <a:spcPts val="400"/>
              </a:spcAft>
            </a:pPr>
            <a:r>
              <a:rPr sz="1000"/>
              <a:t>Called with /&lt;name&gt; or picked by its description</a:t>
            </a:r>
          </a:p>
          <a:p>
            <a:pPr lvl="1">
              <a:spcAft>
                <a:spcPts val="400"/>
              </a:spcAft>
            </a:pPr>
            <a:r>
              <a:rPr sz="1000"/>
              <a:t>Long: workflow, guardrails, references, scripts</a:t>
            </a:r>
          </a:p>
          <a:p>
            <a:pPr>
              <a:spcAft>
                <a:spcPts val="400"/>
              </a:spcAft>
            </a:pPr>
            <a:r>
              <a:rPr b="1" sz="1100"/>
              <a:t>Use it for</a:t>
            </a:r>
            <a:r>
              <a:rPr sz="1100"/>
              <a:t> a repeatable procedure that several agents or sessions may need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Writing</a:t>
            </a:r>
            <a:br/>
            <a:r>
              <a:rPr i="1">
                <a:latin typeface="Times New Roman"/>
              </a:rPr>
              <a:t>good skills.</a:t>
            </a:r>
          </a:p>
        </p:txBody>
      </p:sp>
      <p:sp>
        <p:nvSpPr>
          <p:cNvPr id="3" name="Text Placeholder 2"/>
          <p:cNvSpPr>
            <a:spLocks noGrp="1"/>
          </p:cNvSpPr>
          <p:nvPr>
            <p:ph type="body" idx="13" sz="quarter"/>
          </p:nvPr>
        </p:nvSpPr>
        <p:spPr/>
        <p:txBody>
          <a:bodyPr wrap="square" anchor="t"/>
          <a:lstStyle/>
          <a:p>
            <a:pPr>
              <a:spcAft>
                <a:spcPts val="400"/>
              </a:spcAft>
            </a:pPr>
            <a:r>
              <a:rPr sz="1100"/>
              <a:t>The common elements extracted from qa-planner, qa-explorer, qa-test-case-writer, qa-bug-reporter and qa-automator.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common SKILL.md skeleton (1/2)</a:t>
            </a:r>
          </a:p>
        </p:txBody>
      </p:sp>
      <p:graphicFrame>
        <p:nvGraphicFramePr>
          <p:cNvPr id="3" name="Table 2"/>
          <p:cNvGraphicFramePr>
            <a:graphicFrameLocks noGrp="1"/>
          </p:cNvGraphicFramePr>
          <p:nvPr/>
        </p:nvGraphicFramePr>
        <p:xfrm>
          <a:off x="256032" y="914400"/>
          <a:ext cx="8641080" cy="3401568"/>
        </p:xfrm>
        <a:graphic>
          <a:graphicData uri="http://schemas.openxmlformats.org/drawingml/2006/table">
            <a:tbl>
              <a:tblPr firstRow="0" bandRow="0"/>
              <a:tblGrid>
                <a:gridCol w="274320"/>
                <a:gridCol w="1371600"/>
                <a:gridCol w="3886200"/>
                <a:gridCol w="3108960"/>
              </a:tblGrid>
              <a:tr h="566928">
                <a:tc>
                  <a:txBody>
                    <a:bodyPr wrap="square"/>
                    <a:lstStyle/>
                    <a:p>
                      <a:r>
                        <a:rPr b="1" sz="850">
                          <a:solidFill>
                            <a:srgbClr val="FFFFFF"/>
                          </a:solidFill>
                          <a:latin typeface="Arial"/>
                        </a:rPr>
                        <a:t>#</a:t>
                      </a:r>
                    </a:p>
                  </a:txBody>
                  <a:tcPr marL="54864" marR="54864" marT="22860" marB="22860" anchor="ctr">
                    <a:solidFill>
                      <a:srgbClr val="00C200"/>
                    </a:solidFill>
                  </a:tcPr>
                </a:tc>
                <a:tc>
                  <a:txBody>
                    <a:bodyPr wrap="square"/>
                    <a:lstStyle/>
                    <a:p>
                      <a:r>
                        <a:rPr b="1" sz="850">
                          <a:solidFill>
                            <a:srgbClr val="FFFFFF"/>
                          </a:solidFill>
                          <a:latin typeface="Arial"/>
                        </a:rPr>
                        <a:t>Section</a:t>
                      </a:r>
                    </a:p>
                  </a:txBody>
                  <a:tcPr marL="54864" marR="54864" marT="22860" marB="22860" anchor="ctr">
                    <a:solidFill>
                      <a:srgbClr val="00C200"/>
                    </a:solidFill>
                  </a:tcPr>
                </a:tc>
                <a:tc>
                  <a:txBody>
                    <a:bodyPr wrap="square"/>
                    <a:lstStyle/>
                    <a:p>
                      <a:r>
                        <a:rPr b="1" sz="850">
                          <a:solidFill>
                            <a:srgbClr val="FFFFFF"/>
                          </a:solidFill>
                          <a:latin typeface="Arial"/>
                        </a:rPr>
                        <a:t>Purpose</a:t>
                      </a:r>
                    </a:p>
                  </a:txBody>
                  <a:tcPr marL="54864" marR="54864" marT="22860" marB="22860" anchor="ctr">
                    <a:solidFill>
                      <a:srgbClr val="00C200"/>
                    </a:solidFill>
                  </a:tcPr>
                </a:tc>
                <a:tc>
                  <a:txBody>
                    <a:bodyPr wrap="square"/>
                    <a:lstStyle/>
                    <a:p>
                      <a:r>
                        <a:rPr b="1" sz="850">
                          <a:solidFill>
                            <a:srgbClr val="FFFFFF"/>
                          </a:solidFill>
                          <a:latin typeface="Arial"/>
                        </a:rPr>
                        <a:t>In this repo</a:t>
                      </a:r>
                    </a:p>
                  </a:txBody>
                  <a:tcPr marL="54864" marR="54864" marT="22860" marB="22860" anchor="ctr">
                    <a:solidFill>
                      <a:srgbClr val="00C200"/>
                    </a:solidFill>
                  </a:tcPr>
                </a:tc>
              </a:tr>
              <a:tr h="566928">
                <a:tc>
                  <a:txBody>
                    <a:bodyPr wrap="square"/>
                    <a:lstStyle/>
                    <a:p>
                      <a:r>
                        <a:rPr sz="850">
                          <a:solidFill>
                            <a:srgbClr val="003000"/>
                          </a:solidFill>
                          <a:latin typeface="Arial"/>
                        </a:rPr>
                        <a:t>1</a:t>
                      </a:r>
                    </a:p>
                  </a:txBody>
                  <a:tcPr marL="54864" marR="54864" marT="22860" marB="22860" anchor="ctr">
                    <a:solidFill>
                      <a:srgbClr val="FFFFFF"/>
                    </a:solidFill>
                  </a:tcPr>
                </a:tc>
                <a:tc>
                  <a:txBody>
                    <a:bodyPr wrap="square"/>
                    <a:lstStyle/>
                    <a:p>
                      <a:r>
                        <a:rPr sz="850">
                          <a:solidFill>
                            <a:srgbClr val="003000"/>
                          </a:solidFill>
                          <a:latin typeface="Arial"/>
                        </a:rPr>
                        <a:t>Frontmatter</a:t>
                      </a:r>
                    </a:p>
                  </a:txBody>
                  <a:tcPr marL="54864" marR="54864" marT="22860" marB="22860" anchor="ctr">
                    <a:solidFill>
                      <a:srgbClr val="FFFFFF"/>
                    </a:solidFill>
                  </a:tcPr>
                </a:tc>
                <a:tc>
                  <a:txBody>
                    <a:bodyPr wrap="square"/>
                    <a:lstStyle/>
                    <a:p>
                      <a:r>
                        <a:rPr sz="850">
                          <a:solidFill>
                            <a:srgbClr val="007734"/>
                          </a:solidFill>
                          <a:latin typeface="Courier New"/>
                        </a:rPr>
                        <a:t>name</a:t>
                      </a:r>
                      <a:r>
                        <a:rPr sz="850">
                          <a:solidFill>
                            <a:srgbClr val="003000"/>
                          </a:solidFill>
                          <a:latin typeface="Arial"/>
                        </a:rPr>
                        <a:t> + a </a:t>
                      </a:r>
                      <a:r>
                        <a:rPr sz="850">
                          <a:solidFill>
                            <a:srgbClr val="007734"/>
                          </a:solidFill>
                          <a:latin typeface="Courier New"/>
                        </a:rPr>
                        <a:t>description</a:t>
                      </a:r>
                      <a:r>
                        <a:rPr sz="850">
                          <a:solidFill>
                            <a:srgbClr val="003000"/>
                          </a:solidFill>
                          <a:latin typeface="Arial"/>
                        </a:rPr>
                        <a:t> that says what it reads, writes and tracks</a:t>
                      </a:r>
                    </a:p>
                  </a:txBody>
                  <a:tcPr marL="54864" marR="54864" marT="22860" marB="22860" anchor="ctr">
                    <a:solidFill>
                      <a:srgbClr val="FFFFFF"/>
                    </a:solidFill>
                  </a:tcPr>
                </a:tc>
                <a:tc>
                  <a:txBody>
                    <a:bodyPr wrap="square"/>
                    <a:lstStyle/>
                    <a:p>
                      <a:r>
                        <a:rPr sz="850">
                          <a:solidFill>
                            <a:srgbClr val="003000"/>
                          </a:solidFill>
                          <a:latin typeface="Arial"/>
                        </a:rPr>
                        <a:t>All five skills; qa-automator's names tag, folder, task</a:t>
                      </a:r>
                    </a:p>
                  </a:txBody>
                  <a:tcPr marL="54864" marR="54864" marT="22860" marB="22860" anchor="ctr">
                    <a:solidFill>
                      <a:srgbClr val="FFFFFF"/>
                    </a:solidFill>
                  </a:tcPr>
                </a:tc>
              </a:tr>
              <a:tr h="566928">
                <a:tc>
                  <a:txBody>
                    <a:bodyPr wrap="square"/>
                    <a:lstStyle/>
                    <a:p>
                      <a:r>
                        <a:rPr sz="850">
                          <a:solidFill>
                            <a:srgbClr val="003000"/>
                          </a:solidFill>
                          <a:latin typeface="Arial"/>
                        </a:rPr>
                        <a:t>2</a:t>
                      </a:r>
                    </a:p>
                  </a:txBody>
                  <a:tcPr marL="54864" marR="54864" marT="22860" marB="22860" anchor="ctr">
                    <a:solidFill>
                      <a:srgbClr val="EEF4DE"/>
                    </a:solidFill>
                  </a:tcPr>
                </a:tc>
                <a:tc>
                  <a:txBody>
                    <a:bodyPr wrap="square"/>
                    <a:lstStyle/>
                    <a:p>
                      <a:r>
                        <a:rPr sz="850">
                          <a:solidFill>
                            <a:srgbClr val="003000"/>
                          </a:solidFill>
                          <a:latin typeface="Arial"/>
                        </a:rPr>
                        <a:t>Title + role</a:t>
                      </a:r>
                    </a:p>
                  </a:txBody>
                  <a:tcPr marL="54864" marR="54864" marT="22860" marB="22860" anchor="ctr">
                    <a:solidFill>
                      <a:srgbClr val="EEF4DE"/>
                    </a:solidFill>
                  </a:tcPr>
                </a:tc>
                <a:tc>
                  <a:txBody>
                    <a:bodyPr wrap="square"/>
                    <a:lstStyle/>
                    <a:p>
                      <a:r>
                        <a:rPr sz="850">
                          <a:solidFill>
                            <a:srgbClr val="003000"/>
                          </a:solidFill>
                          <a:latin typeface="Arial"/>
                        </a:rPr>
                        <a:t>One paragraph: the agent's place in the pipeline (before / after whom)</a:t>
                      </a:r>
                    </a:p>
                  </a:txBody>
                  <a:tcPr marL="54864" marR="54864" marT="22860" marB="22860" anchor="ctr">
                    <a:solidFill>
                      <a:srgbClr val="EEF4DE"/>
                    </a:solidFill>
                  </a:tcPr>
                </a:tc>
                <a:tc>
                  <a:txBody>
                    <a:bodyPr wrap="square"/>
                    <a:lstStyle/>
                    <a:p>
                      <a:r>
                        <a:rPr sz="850">
                          <a:solidFill>
                            <a:srgbClr val="003000"/>
                          </a:solidFill>
                          <a:latin typeface="Arial"/>
                        </a:rPr>
                        <a:t>“The step after qa-test-case-writer…”</a:t>
                      </a:r>
                    </a:p>
                  </a:txBody>
                  <a:tcPr marL="54864" marR="54864" marT="22860" marB="22860" anchor="ctr">
                    <a:solidFill>
                      <a:srgbClr val="EEF4DE"/>
                    </a:solidFill>
                  </a:tcPr>
                </a:tc>
              </a:tr>
              <a:tr h="566928">
                <a:tc>
                  <a:txBody>
                    <a:bodyPr wrap="square"/>
                    <a:lstStyle/>
                    <a:p>
                      <a:r>
                        <a:rPr sz="850">
                          <a:solidFill>
                            <a:srgbClr val="003000"/>
                          </a:solidFill>
                          <a:latin typeface="Arial"/>
                        </a:rPr>
                        <a:t>3</a:t>
                      </a:r>
                    </a:p>
                  </a:txBody>
                  <a:tcPr marL="54864" marR="54864" marT="22860" marB="22860" anchor="ctr">
                    <a:solidFill>
                      <a:srgbClr val="FFFFFF"/>
                    </a:solidFill>
                  </a:tcPr>
                </a:tc>
                <a:tc>
                  <a:txBody>
                    <a:bodyPr wrap="square"/>
                    <a:lstStyle/>
                    <a:p>
                      <a:r>
                        <a:rPr sz="850">
                          <a:solidFill>
                            <a:srgbClr val="003000"/>
                          </a:solidFill>
                          <a:latin typeface="Arial"/>
                        </a:rPr>
                        <a:t>System under test</a:t>
                      </a:r>
                    </a:p>
                  </a:txBody>
                  <a:tcPr marL="54864" marR="54864" marT="22860" marB="22860" anchor="ctr">
                    <a:solidFill>
                      <a:srgbClr val="FFFFFF"/>
                    </a:solidFill>
                  </a:tcPr>
                </a:tc>
                <a:tc>
                  <a:txBody>
                    <a:bodyPr wrap="square"/>
                    <a:lstStyle/>
                    <a:p>
                      <a:r>
                        <a:rPr sz="850">
                          <a:solidFill>
                            <a:srgbClr val="003000"/>
                          </a:solidFill>
                          <a:latin typeface="Arial"/>
                        </a:rPr>
                        <a:t>URLs, tracker org/project; what is already in context and must not be re-read</a:t>
                      </a:r>
                    </a:p>
                  </a:txBody>
                  <a:tcPr marL="54864" marR="54864" marT="22860" marB="22860" anchor="ctr">
                    <a:solidFill>
                      <a:srgbClr val="FFFFFF"/>
                    </a:solidFill>
                  </a:tcPr>
                </a:tc>
                <a:tc>
                  <a:txBody>
                    <a:bodyPr wrap="square"/>
                    <a:lstStyle/>
                    <a:p>
                      <a:r>
                        <a:rPr sz="850">
                          <a:solidFill>
                            <a:srgbClr val="003000"/>
                          </a:solidFill>
                          <a:latin typeface="Arial"/>
                        </a:rPr>
                        <a:t>API :5080, portals :5173/:5174, DemoApp</a:t>
                      </a:r>
                    </a:p>
                  </a:txBody>
                  <a:tcPr marL="54864" marR="54864" marT="22860" marB="22860" anchor="ctr">
                    <a:solidFill>
                      <a:srgbClr val="FFFFFF"/>
                    </a:solidFill>
                  </a:tcPr>
                </a:tc>
              </a:tr>
              <a:tr h="566928">
                <a:tc>
                  <a:txBody>
                    <a:bodyPr wrap="square"/>
                    <a:lstStyle/>
                    <a:p>
                      <a:r>
                        <a:rPr sz="850">
                          <a:solidFill>
                            <a:srgbClr val="003000"/>
                          </a:solidFill>
                          <a:latin typeface="Arial"/>
                        </a:rPr>
                        <a:t>4</a:t>
                      </a:r>
                    </a:p>
                  </a:txBody>
                  <a:tcPr marL="54864" marR="54864" marT="22860" marB="22860" anchor="ctr">
                    <a:solidFill>
                      <a:srgbClr val="EEF4DE"/>
                    </a:solidFill>
                  </a:tcPr>
                </a:tc>
                <a:tc>
                  <a:txBody>
                    <a:bodyPr wrap="square"/>
                    <a:lstStyle/>
                    <a:p>
                      <a:r>
                        <a:rPr sz="850">
                          <a:solidFill>
                            <a:srgbClr val="003000"/>
                          </a:solidFill>
                          <a:latin typeface="Arial"/>
                        </a:rPr>
                        <a:t>References table</a:t>
                      </a:r>
                    </a:p>
                  </a:txBody>
                  <a:tcPr marL="54864" marR="54864" marT="22860" marB="22860" anchor="ctr">
                    <a:solidFill>
                      <a:srgbClr val="EEF4DE"/>
                    </a:solidFill>
                  </a:tcPr>
                </a:tc>
                <a:tc>
                  <a:txBody>
                    <a:bodyPr wrap="square"/>
                    <a:lstStyle/>
                    <a:p>
                      <a:r>
                        <a:rPr sz="850">
                          <a:solidFill>
                            <a:srgbClr val="003000"/>
                          </a:solidFill>
                          <a:latin typeface="Arial"/>
                        </a:rPr>
                        <a:t>File → when to load it. Keeps SKILL.md short (progressive disclosure)</a:t>
                      </a:r>
                    </a:p>
                  </a:txBody>
                  <a:tcPr marL="54864" marR="54864" marT="22860" marB="22860" anchor="ctr">
                    <a:solidFill>
                      <a:srgbClr val="EEF4DE"/>
                    </a:solidFill>
                  </a:tcPr>
                </a:tc>
                <a:tc>
                  <a:txBody>
                    <a:bodyPr wrap="square"/>
                    <a:lstStyle/>
                    <a:p>
                      <a:r>
                        <a:rPr sz="850">
                          <a:solidFill>
                            <a:srgbClr val="003000"/>
                          </a:solidFill>
                          <a:latin typeface="Arial"/>
                        </a:rPr>
                        <a:t>references/ado-qa-task.md — “Steps 0 and 11”</a:t>
                      </a:r>
                    </a:p>
                  </a:txBody>
                  <a:tcPr marL="54864" marR="54864" marT="22860" marB="22860" anchor="ctr">
                    <a:solidFill>
                      <a:srgbClr val="EEF4DE"/>
                    </a:solidFill>
                  </a:tcPr>
                </a:tc>
              </a:tr>
              <a:tr h="566928">
                <a:tc>
                  <a:txBody>
                    <a:bodyPr wrap="square"/>
                    <a:lstStyle/>
                    <a:p>
                      <a:r>
                        <a:rPr sz="850">
                          <a:solidFill>
                            <a:srgbClr val="003000"/>
                          </a:solidFill>
                          <a:latin typeface="Arial"/>
                        </a:rPr>
                        <a:t>5</a:t>
                      </a:r>
                    </a:p>
                  </a:txBody>
                  <a:tcPr marL="54864" marR="54864" marT="22860" marB="22860" anchor="ctr">
                    <a:solidFill>
                      <a:srgbClr val="FFFFFF"/>
                    </a:solidFill>
                  </a:tcPr>
                </a:tc>
                <a:tc>
                  <a:txBody>
                    <a:bodyPr wrap="square"/>
                    <a:lstStyle/>
                    <a:p>
                      <a:r>
                        <a:rPr sz="850">
                          <a:solidFill>
                            <a:srgbClr val="003000"/>
                          </a:solidFill>
                          <a:latin typeface="Arial"/>
                        </a:rPr>
                        <a:t>Inputs</a:t>
                      </a:r>
                    </a:p>
                  </a:txBody>
                  <a:tcPr marL="54864" marR="54864" marT="22860" marB="22860" anchor="ctr">
                    <a:solidFill>
                      <a:srgbClr val="FFFFFF"/>
                    </a:solidFill>
                  </a:tcPr>
                </a:tc>
                <a:tc>
                  <a:txBody>
                    <a:bodyPr wrap="square"/>
                    <a:lstStyle/>
                    <a:p>
                      <a:r>
                        <a:rPr sz="850">
                          <a:solidFill>
                            <a:srgbClr val="003000"/>
                          </a:solidFill>
                          <a:latin typeface="Arial"/>
                        </a:rPr>
                        <a:t>Exact commands, variants (subset, dry run), Task id → parent PBI</a:t>
                      </a:r>
                    </a:p>
                  </a:txBody>
                  <a:tcPr marL="54864" marR="54864" marT="22860" marB="22860" anchor="ctr">
                    <a:solidFill>
                      <a:srgbClr val="FFFFFF"/>
                    </a:solidFill>
                  </a:tcPr>
                </a:tc>
                <a:tc>
                  <a:txBody>
                    <a:bodyPr wrap="square"/>
                    <a:lstStyle/>
                    <a:p>
                      <a:r>
                        <a:rPr sz="850">
                          <a:solidFill>
                            <a:srgbClr val="007734"/>
                          </a:solidFill>
                          <a:latin typeface="Courier New"/>
                        </a:rPr>
                        <a:t>Report bugs &lt;ID&gt; BUG-02 dry run</a:t>
                      </a:r>
                    </a:p>
                  </a:txBody>
                  <a:tcPr marL="54864" marR="54864" marT="22860" marB="2286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common SKILL.md skeleton (2/2)</a:t>
            </a:r>
          </a:p>
        </p:txBody>
      </p:sp>
      <p:graphicFrame>
        <p:nvGraphicFramePr>
          <p:cNvPr id="3" name="Table 2"/>
          <p:cNvGraphicFramePr>
            <a:graphicFrameLocks noGrp="1"/>
          </p:cNvGraphicFramePr>
          <p:nvPr/>
        </p:nvGraphicFramePr>
        <p:xfrm>
          <a:off x="256032" y="914400"/>
          <a:ext cx="8641080" cy="3401568"/>
        </p:xfrm>
        <a:graphic>
          <a:graphicData uri="http://schemas.openxmlformats.org/drawingml/2006/table">
            <a:tbl>
              <a:tblPr firstRow="0" bandRow="0"/>
              <a:tblGrid>
                <a:gridCol w="274320"/>
                <a:gridCol w="1371600"/>
                <a:gridCol w="3886200"/>
                <a:gridCol w="3108960"/>
              </a:tblGrid>
              <a:tr h="566928">
                <a:tc>
                  <a:txBody>
                    <a:bodyPr wrap="square"/>
                    <a:lstStyle/>
                    <a:p>
                      <a:r>
                        <a:rPr b="1" sz="850">
                          <a:solidFill>
                            <a:srgbClr val="FFFFFF"/>
                          </a:solidFill>
                          <a:latin typeface="Arial"/>
                        </a:rPr>
                        <a:t>#</a:t>
                      </a:r>
                    </a:p>
                  </a:txBody>
                  <a:tcPr marL="54864" marR="54864" marT="22860" marB="22860" anchor="ctr">
                    <a:solidFill>
                      <a:srgbClr val="00C200"/>
                    </a:solidFill>
                  </a:tcPr>
                </a:tc>
                <a:tc>
                  <a:txBody>
                    <a:bodyPr wrap="square"/>
                    <a:lstStyle/>
                    <a:p>
                      <a:r>
                        <a:rPr b="1" sz="850">
                          <a:solidFill>
                            <a:srgbClr val="FFFFFF"/>
                          </a:solidFill>
                          <a:latin typeface="Arial"/>
                        </a:rPr>
                        <a:t>Section</a:t>
                      </a:r>
                    </a:p>
                  </a:txBody>
                  <a:tcPr marL="54864" marR="54864" marT="22860" marB="22860" anchor="ctr">
                    <a:solidFill>
                      <a:srgbClr val="00C200"/>
                    </a:solidFill>
                  </a:tcPr>
                </a:tc>
                <a:tc>
                  <a:txBody>
                    <a:bodyPr wrap="square"/>
                    <a:lstStyle/>
                    <a:p>
                      <a:r>
                        <a:rPr b="1" sz="850">
                          <a:solidFill>
                            <a:srgbClr val="FFFFFF"/>
                          </a:solidFill>
                          <a:latin typeface="Arial"/>
                        </a:rPr>
                        <a:t>Purpose</a:t>
                      </a:r>
                    </a:p>
                  </a:txBody>
                  <a:tcPr marL="54864" marR="54864" marT="22860" marB="22860" anchor="ctr">
                    <a:solidFill>
                      <a:srgbClr val="00C200"/>
                    </a:solidFill>
                  </a:tcPr>
                </a:tc>
                <a:tc>
                  <a:txBody>
                    <a:bodyPr wrap="square"/>
                    <a:lstStyle/>
                    <a:p>
                      <a:r>
                        <a:rPr b="1" sz="850">
                          <a:solidFill>
                            <a:srgbClr val="FFFFFF"/>
                          </a:solidFill>
                          <a:latin typeface="Arial"/>
                        </a:rPr>
                        <a:t>In this repo</a:t>
                      </a:r>
                    </a:p>
                  </a:txBody>
                  <a:tcPr marL="54864" marR="54864" marT="22860" marB="22860" anchor="ctr">
                    <a:solidFill>
                      <a:srgbClr val="00C200"/>
                    </a:solidFill>
                  </a:tcPr>
                </a:tc>
              </a:tr>
              <a:tr h="566928">
                <a:tc>
                  <a:txBody>
                    <a:bodyPr wrap="square"/>
                    <a:lstStyle/>
                    <a:p>
                      <a:r>
                        <a:rPr sz="850">
                          <a:solidFill>
                            <a:srgbClr val="003000"/>
                          </a:solidFill>
                          <a:latin typeface="Arial"/>
                        </a:rPr>
                        <a:t>6</a:t>
                      </a:r>
                    </a:p>
                  </a:txBody>
                  <a:tcPr marL="54864" marR="54864" marT="22860" marB="22860" anchor="ctr">
                    <a:solidFill>
                      <a:srgbClr val="FFFFFF"/>
                    </a:solidFill>
                  </a:tcPr>
                </a:tc>
                <a:tc>
                  <a:txBody>
                    <a:bodyPr wrap="square"/>
                    <a:lstStyle/>
                    <a:p>
                      <a:r>
                        <a:rPr sz="850">
                          <a:solidFill>
                            <a:srgbClr val="003000"/>
                          </a:solidFill>
                          <a:latin typeface="Arial"/>
                        </a:rPr>
                        <a:t>Tools / MCP servers</a:t>
                      </a:r>
                    </a:p>
                  </a:txBody>
                  <a:tcPr marL="54864" marR="54864" marT="22860" marB="22860" anchor="ctr">
                    <a:solidFill>
                      <a:srgbClr val="FFFFFF"/>
                    </a:solidFill>
                  </a:tcPr>
                </a:tc>
                <a:tc>
                  <a:txBody>
                    <a:bodyPr wrap="square"/>
                    <a:lstStyle/>
                    <a:p>
                      <a:r>
                        <a:rPr sz="850">
                          <a:solidFill>
                            <a:srgbClr val="003000"/>
                          </a:solidFill>
                          <a:latin typeface="Arial"/>
                        </a:rPr>
                        <a:t>Per tool: what may be read, what may be written, and an explicit “nothing else” list</a:t>
                      </a:r>
                    </a:p>
                  </a:txBody>
                  <a:tcPr marL="54864" marR="54864" marT="22860" marB="22860" anchor="ctr">
                    <a:solidFill>
                      <a:srgbClr val="FFFFFF"/>
                    </a:solidFill>
                  </a:tcPr>
                </a:tc>
                <a:tc>
                  <a:txBody>
                    <a:bodyPr wrap="square"/>
                    <a:lstStyle/>
                    <a:p>
                      <a:r>
                        <a:rPr sz="850">
                          <a:solidFill>
                            <a:srgbClr val="003000"/>
                          </a:solidFill>
                          <a:latin typeface="Arial"/>
                        </a:rPr>
                        <a:t>azure-devops: write only the QA task</a:t>
                      </a:r>
                    </a:p>
                  </a:txBody>
                  <a:tcPr marL="54864" marR="54864" marT="22860" marB="22860" anchor="ctr">
                    <a:solidFill>
                      <a:srgbClr val="FFFFFF"/>
                    </a:solidFill>
                  </a:tcPr>
                </a:tc>
              </a:tr>
              <a:tr h="566928">
                <a:tc>
                  <a:txBody>
                    <a:bodyPr wrap="square"/>
                    <a:lstStyle/>
                    <a:p>
                      <a:r>
                        <a:rPr sz="850">
                          <a:solidFill>
                            <a:srgbClr val="003000"/>
                          </a:solidFill>
                          <a:latin typeface="Arial"/>
                        </a:rPr>
                        <a:t>7</a:t>
                      </a:r>
                    </a:p>
                  </a:txBody>
                  <a:tcPr marL="54864" marR="54864" marT="22860" marB="22860" anchor="ctr">
                    <a:solidFill>
                      <a:srgbClr val="EEF4DE"/>
                    </a:solidFill>
                  </a:tcPr>
                </a:tc>
                <a:tc>
                  <a:txBody>
                    <a:bodyPr wrap="square"/>
                    <a:lstStyle/>
                    <a:p>
                      <a:r>
                        <a:rPr sz="850">
                          <a:solidFill>
                            <a:srgbClr val="003000"/>
                          </a:solidFill>
                          <a:latin typeface="Arial"/>
                        </a:rPr>
                        <a:t>Workflow</a:t>
                      </a:r>
                    </a:p>
                  </a:txBody>
                  <a:tcPr marL="54864" marR="54864" marT="22860" marB="22860" anchor="ctr">
                    <a:solidFill>
                      <a:srgbClr val="EEF4DE"/>
                    </a:solidFill>
                  </a:tcPr>
                </a:tc>
                <a:tc>
                  <a:txBody>
                    <a:bodyPr wrap="square"/>
                    <a:lstStyle/>
                    <a:p>
                      <a:r>
                        <a:rPr sz="850">
                          <a:solidFill>
                            <a:srgbClr val="003000"/>
                          </a:solidFill>
                          <a:latin typeface="Arial"/>
                        </a:rPr>
                        <a:t>Numbered steps 0…N. Step 0 = board / lessons; last = report + close the task</a:t>
                      </a:r>
                    </a:p>
                  </a:txBody>
                  <a:tcPr marL="54864" marR="54864" marT="22860" marB="22860" anchor="ctr">
                    <a:solidFill>
                      <a:srgbClr val="EEF4DE"/>
                    </a:solidFill>
                  </a:tcPr>
                </a:tc>
                <a:tc>
                  <a:txBody>
                    <a:bodyPr wrap="square"/>
                    <a:lstStyle/>
                    <a:p>
                      <a:r>
                        <a:rPr sz="850">
                          <a:solidFill>
                            <a:srgbClr val="003000"/>
                          </a:solidFill>
                          <a:latin typeface="Arial"/>
                        </a:rPr>
                        <a:t>qa-explorer: 0 Board … 11 Close on the board</a:t>
                      </a:r>
                    </a:p>
                  </a:txBody>
                  <a:tcPr marL="54864" marR="54864" marT="22860" marB="22860" anchor="ctr">
                    <a:solidFill>
                      <a:srgbClr val="EEF4DE"/>
                    </a:solidFill>
                  </a:tcPr>
                </a:tc>
              </a:tr>
              <a:tr h="566928">
                <a:tc>
                  <a:txBody>
                    <a:bodyPr wrap="square"/>
                    <a:lstStyle/>
                    <a:p>
                      <a:r>
                        <a:rPr sz="850">
                          <a:solidFill>
                            <a:srgbClr val="003000"/>
                          </a:solidFill>
                          <a:latin typeface="Arial"/>
                        </a:rPr>
                        <a:t>8</a:t>
                      </a:r>
                    </a:p>
                  </a:txBody>
                  <a:tcPr marL="54864" marR="54864" marT="22860" marB="22860" anchor="ctr">
                    <a:solidFill>
                      <a:srgbClr val="FFFFFF"/>
                    </a:solidFill>
                  </a:tcPr>
                </a:tc>
                <a:tc>
                  <a:txBody>
                    <a:bodyPr wrap="square"/>
                    <a:lstStyle/>
                    <a:p>
                      <a:r>
                        <a:rPr sz="850">
                          <a:solidFill>
                            <a:srgbClr val="003000"/>
                          </a:solidFill>
                          <a:latin typeface="Arial"/>
                        </a:rPr>
                        <a:t>Guardrails</a:t>
                      </a:r>
                    </a:p>
                  </a:txBody>
                  <a:tcPr marL="54864" marR="54864" marT="22860" marB="22860" anchor="ctr">
                    <a:solidFill>
                      <a:srgbClr val="FFFFFF"/>
                    </a:solidFill>
                  </a:tcPr>
                </a:tc>
                <a:tc>
                  <a:txBody>
                    <a:bodyPr wrap="square"/>
                    <a:lstStyle/>
                    <a:p>
                      <a:r>
                        <a:rPr sz="850">
                          <a:solidFill>
                            <a:srgbClr val="003000"/>
                          </a:solidFill>
                          <a:latin typeface="Arial"/>
                        </a:rPr>
                        <a:t>Non-negotiable rules that override everything else in the skill</a:t>
                      </a:r>
                    </a:p>
                  </a:txBody>
                  <a:tcPr marL="54864" marR="54864" marT="22860" marB="22860" anchor="ctr">
                    <a:solidFill>
                      <a:srgbClr val="FFFFFF"/>
                    </a:solidFill>
                  </a:tcPr>
                </a:tc>
                <a:tc>
                  <a:txBody>
                    <a:bodyPr wrap="square"/>
                    <a:lstStyle/>
                    <a:p>
                      <a:r>
                        <a:rPr sz="850">
                          <a:solidFill>
                            <a:srgbClr val="003000"/>
                          </a:solidFill>
                          <a:latin typeface="Arial"/>
                        </a:rPr>
                        <a:t>Credentials, synthetic data, black-box</a:t>
                      </a:r>
                    </a:p>
                  </a:txBody>
                  <a:tcPr marL="54864" marR="54864" marT="22860" marB="22860" anchor="ctr">
                    <a:solidFill>
                      <a:srgbClr val="FFFFFF"/>
                    </a:solidFill>
                  </a:tcPr>
                </a:tc>
              </a:tr>
              <a:tr h="566928">
                <a:tc>
                  <a:txBody>
                    <a:bodyPr wrap="square"/>
                    <a:lstStyle/>
                    <a:p>
                      <a:r>
                        <a:rPr sz="850">
                          <a:solidFill>
                            <a:srgbClr val="003000"/>
                          </a:solidFill>
                          <a:latin typeface="Arial"/>
                        </a:rPr>
                        <a:t>9</a:t>
                      </a:r>
                    </a:p>
                  </a:txBody>
                  <a:tcPr marL="54864" marR="54864" marT="22860" marB="22860" anchor="ctr">
                    <a:solidFill>
                      <a:srgbClr val="EEF4DE"/>
                    </a:solidFill>
                  </a:tcPr>
                </a:tc>
                <a:tc>
                  <a:txBody>
                    <a:bodyPr wrap="square"/>
                    <a:lstStyle/>
                    <a:p>
                      <a:r>
                        <a:rPr sz="850">
                          <a:solidFill>
                            <a:srgbClr val="003000"/>
                          </a:solidFill>
                          <a:latin typeface="Arial"/>
                        </a:rPr>
                        <a:t>Lessons</a:t>
                      </a:r>
                    </a:p>
                  </a:txBody>
                  <a:tcPr marL="54864" marR="54864" marT="22860" marB="22860" anchor="ctr">
                    <a:solidFill>
                      <a:srgbClr val="EEF4DE"/>
                    </a:solidFill>
                  </a:tcPr>
                </a:tc>
                <a:tc>
                  <a:txBody>
                    <a:bodyPr wrap="square"/>
                    <a:lstStyle/>
                    <a:p>
                      <a:r>
                        <a:rPr sz="850">
                          <a:solidFill>
                            <a:srgbClr val="003000"/>
                          </a:solidFill>
                          <a:latin typeface="Arial"/>
                        </a:rPr>
                        <a:t>Read at the start; append only when a human corrects the agent</a:t>
                      </a:r>
                    </a:p>
                  </a:txBody>
                  <a:tcPr marL="54864" marR="54864" marT="22860" marB="22860" anchor="ctr">
                    <a:solidFill>
                      <a:srgbClr val="EEF4DE"/>
                    </a:solidFill>
                  </a:tcPr>
                </a:tc>
                <a:tc>
                  <a:txBody>
                    <a:bodyPr wrap="square"/>
                    <a:lstStyle/>
                    <a:p>
                      <a:r>
                        <a:rPr sz="850">
                          <a:solidFill>
                            <a:srgbClr val="003000"/>
                          </a:solidFill>
                          <a:latin typeface="Arial"/>
                        </a:rPr>
                        <a:t>lessons/qa-*-lessons.md with a fixed format</a:t>
                      </a:r>
                    </a:p>
                  </a:txBody>
                  <a:tcPr marL="54864" marR="54864" marT="22860" marB="22860" anchor="ctr">
                    <a:solidFill>
                      <a:srgbClr val="EEF4DE"/>
                    </a:solidFill>
                  </a:tcPr>
                </a:tc>
              </a:tr>
              <a:tr h="566928">
                <a:tc>
                  <a:txBody>
                    <a:bodyPr wrap="square"/>
                    <a:lstStyle/>
                    <a:p>
                      <a:r>
                        <a:rPr sz="850">
                          <a:solidFill>
                            <a:srgbClr val="003000"/>
                          </a:solidFill>
                          <a:latin typeface="Arial"/>
                        </a:rPr>
                        <a:t>10</a:t>
                      </a:r>
                    </a:p>
                  </a:txBody>
                  <a:tcPr marL="54864" marR="54864" marT="22860" marB="22860" anchor="ctr">
                    <a:solidFill>
                      <a:srgbClr val="FFFFFF"/>
                    </a:solidFill>
                  </a:tcPr>
                </a:tc>
                <a:tc>
                  <a:txBody>
                    <a:bodyPr wrap="square"/>
                    <a:lstStyle/>
                    <a:p>
                      <a:r>
                        <a:rPr sz="850">
                          <a:solidFill>
                            <a:srgbClr val="003000"/>
                          </a:solidFill>
                          <a:latin typeface="Arial"/>
                        </a:rPr>
                        <a:t>Example</a:t>
                      </a:r>
                    </a:p>
                  </a:txBody>
                  <a:tcPr marL="54864" marR="54864" marT="22860" marB="22860" anchor="ctr">
                    <a:solidFill>
                      <a:srgbClr val="FFFFFF"/>
                    </a:solidFill>
                  </a:tcPr>
                </a:tc>
                <a:tc>
                  <a:txBody>
                    <a:bodyPr wrap="square"/>
                    <a:lstStyle/>
                    <a:p>
                      <a:r>
                        <a:rPr sz="850">
                          <a:solidFill>
                            <a:srgbClr val="003000"/>
                          </a:solidFill>
                          <a:latin typeface="Arial"/>
                        </a:rPr>
                        <a:t>One realistic run: input, what it finds, what it writes, the final comment</a:t>
                      </a:r>
                    </a:p>
                  </a:txBody>
                  <a:tcPr marL="54864" marR="54864" marT="22860" marB="22860" anchor="ctr">
                    <a:solidFill>
                      <a:srgbClr val="FFFFFF"/>
                    </a:solidFill>
                  </a:tcPr>
                </a:tc>
                <a:tc>
                  <a:txBody>
                    <a:bodyPr wrap="square"/>
                    <a:lstStyle/>
                    <a:p>
                      <a:r>
                        <a:rPr sz="850">
                          <a:solidFill>
                            <a:srgbClr val="003000"/>
                          </a:solidFill>
                          <a:latin typeface="Arial"/>
                        </a:rPr>
                        <a:t>“User: Report bugs 292.” → 2 created, 1 skipped</a:t>
                      </a:r>
                    </a:p>
                  </a:txBody>
                  <a:tcPr marL="54864" marR="54864" marT="22860" marB="2286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Frontmatter and context</a:t>
            </a:r>
          </a:p>
        </p:txBody>
      </p:sp>
      <p:sp>
        <p:nvSpPr>
          <p:cNvPr id="3" name="Content Placeholder 2"/>
          <p:cNvSpPr>
            <a:spLocks noGrp="1"/>
          </p:cNvSpPr>
          <p:nvPr>
            <p:ph idx="1" sz="half"/>
          </p:nvPr>
        </p:nvSpPr>
        <p:spPr/>
        <p:txBody>
          <a:bodyPr wrap="square" anchor="t"/>
          <a:lstStyle/>
          <a:p>
            <a:pPr>
              <a:spcAft>
                <a:spcPts val="400"/>
              </a:spcAft>
            </a:pPr>
            <a:r>
              <a:rPr b="1" sz="1100"/>
              <a:t>Write the description as a contract</a:t>
            </a:r>
          </a:p>
          <a:p>
            <a:pPr lvl="1">
              <a:spcAft>
                <a:spcPts val="400"/>
              </a:spcAft>
            </a:pPr>
            <a:r>
              <a:rPr sz="1000"/>
              <a:t>What it reads (Test Cases tagged “Should be automated”)</a:t>
            </a:r>
          </a:p>
          <a:p>
            <a:pPr lvl="1">
              <a:spcAft>
                <a:spcPts val="400"/>
              </a:spcAft>
            </a:pPr>
            <a:r>
              <a:rPr sz="1000"/>
              <a:t>What it produces (Playwright tests in fe_automation)</a:t>
            </a:r>
          </a:p>
          <a:p>
            <a:pPr lvl="1">
              <a:spcAft>
                <a:spcPts val="400"/>
              </a:spcAft>
            </a:pPr>
            <a:r>
              <a:rPr sz="1000"/>
              <a:t>Where it tracks work (the PBI's “QA Automation” task)</a:t>
            </a:r>
          </a:p>
          <a:p>
            <a:pPr lvl="1">
              <a:spcAft>
                <a:spcPts val="400"/>
              </a:spcAft>
            </a:pPr>
            <a:r>
              <a:rPr sz="1000"/>
              <a:t>Claude picks skills and agents by this text: be specific</a:t>
            </a:r>
          </a:p>
          <a:p>
            <a:pPr>
              <a:spcAft>
                <a:spcPts val="400"/>
              </a:spcAft>
            </a:pPr>
            <a:r>
              <a:rPr b="1" sz="1100"/>
              <a:t>Keep name identical</a:t>
            </a:r>
            <a:r>
              <a:rPr sz="1100"/>
              <a:t> in the agent file, the skill folder and the frontmatter</a:t>
            </a:r>
          </a:p>
        </p:txBody>
      </p:sp>
      <p:sp>
        <p:nvSpPr>
          <p:cNvPr id="4" name="Content Placeholder 3"/>
          <p:cNvSpPr>
            <a:spLocks noGrp="1"/>
          </p:cNvSpPr>
          <p:nvPr>
            <p:ph idx="2" sz="half"/>
          </p:nvPr>
        </p:nvSpPr>
        <p:spPr/>
        <p:txBody>
          <a:bodyPr wrap="square" anchor="t"/>
          <a:lstStyle/>
          <a:p>
            <a:pPr>
              <a:spcAft>
                <a:spcPts val="400"/>
              </a:spcAft>
            </a:pPr>
            <a:r>
              <a:rPr b="1" sz="1100"/>
              <a:t>Give the agent its world in a few lines</a:t>
            </a:r>
          </a:p>
          <a:p>
            <a:pPr lvl="1">
              <a:spcAft>
                <a:spcPts val="400"/>
              </a:spcAft>
            </a:pPr>
            <a:r>
              <a:rPr sz="1000"/>
              <a:t>Component URLs and the tracker (org, project)</a:t>
            </a:r>
          </a:p>
          <a:p>
            <a:pPr lvl="1">
              <a:spcAft>
                <a:spcPts val="400"/>
              </a:spcAft>
            </a:pPr>
            <a:r>
              <a:rPr sz="1000"/>
              <a:t>Which docs are the source of truth, and which win on conflict (AC &gt; docs)</a:t>
            </a:r>
          </a:p>
          <a:p>
            <a:pPr lvl="1">
              <a:spcAft>
                <a:spcPts val="400"/>
              </a:spcAft>
            </a:pPr>
            <a:r>
              <a:rPr sz="1000"/>
              <a:t>Say what is already loaded: “CLAUDE.md is in your context — do not Read it again”</a:t>
            </a:r>
          </a:p>
          <a:p>
            <a:pPr>
              <a:spcAft>
                <a:spcPts val="400"/>
              </a:spcAft>
            </a:pPr>
            <a:r>
              <a:rPr b="1" sz="1100"/>
              <a:t>Large files:</a:t>
            </a:r>
            <a:r>
              <a:rPr sz="1100"/>
              <a:t> grep the heading, then Read with offset / limit (docs/api.md ≈ 10k tokens)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Progressive disclosure: references and scripts</a:t>
            </a:r>
          </a:p>
        </p:txBody>
      </p:sp>
      <p:sp>
        <p:nvSpPr>
          <p:cNvPr id="3" name="Rectangle 2"/>
          <p:cNvSpPr/>
          <p:nvPr/>
        </p:nvSpPr>
        <p:spPr>
          <a:xfrm>
            <a:off x="256032" y="914400"/>
            <a:ext cx="4572000" cy="16002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50">
                <a:solidFill>
                  <a:srgbClr val="D6FF63"/>
                </a:solidFill>
                <a:latin typeface="Courier New"/>
              </a:rPr>
              <a:t>## References (load only when the step needs it)</a:t>
            </a:r>
          </a:p>
          <a:p>
            <a:pPr algn="l">
              <a:spcAft>
                <a:spcPts val="0"/>
              </a:spcAft>
            </a:pPr>
            <a:r>
              <a:rPr sz="750">
                <a:solidFill>
                  <a:srgbClr val="FAFAE0"/>
                </a:solidFill>
                <a:latin typeface="Courier New"/>
              </a:rPr>
              <a:t> </a:t>
            </a:r>
          </a:p>
          <a:p>
            <a:pPr algn="l">
              <a:spcAft>
                <a:spcPts val="0"/>
              </a:spcAft>
            </a:pPr>
            <a:r>
              <a:rPr sz="750">
                <a:solidFill>
                  <a:srgbClr val="FAFAE0"/>
                </a:solidFill>
                <a:latin typeface="Courier New"/>
              </a:rPr>
              <a:t>| File                         | When                     |</a:t>
            </a:r>
          </a:p>
          <a:p>
            <a:pPr algn="l">
              <a:spcAft>
                <a:spcPts val="0"/>
              </a:spcAft>
            </a:pPr>
            <a:r>
              <a:rPr sz="750">
                <a:solidFill>
                  <a:srgbClr val="FAFAE0"/>
                </a:solidFill>
                <a:latin typeface="Courier New"/>
              </a:rPr>
              <a:t>|------------------------------|--------------------------|</a:t>
            </a:r>
          </a:p>
          <a:p>
            <a:pPr algn="l">
              <a:spcAft>
                <a:spcPts val="0"/>
              </a:spcAft>
            </a:pPr>
            <a:r>
              <a:rPr sz="750">
                <a:solidFill>
                  <a:srgbClr val="FAFAE0"/>
                </a:solidFill>
                <a:latin typeface="Courier New"/>
              </a:rPr>
              <a:t>| references/ado-qa-task.md    | Steps 0 and 11 - board   |</a:t>
            </a:r>
          </a:p>
          <a:p>
            <a:pPr algn="l">
              <a:spcAft>
                <a:spcPts val="0"/>
              </a:spcAft>
            </a:pPr>
            <a:r>
              <a:rPr sz="750">
                <a:solidFill>
                  <a:srgbClr val="FAFAE0"/>
                </a:solidFill>
                <a:latin typeface="Courier New"/>
              </a:rPr>
              <a:t>| references/environment.md    | Step 1 - URLs, sessions  |</a:t>
            </a:r>
          </a:p>
          <a:p>
            <a:pPr algn="l">
              <a:spcAft>
                <a:spcPts val="0"/>
              </a:spcAft>
            </a:pPr>
            <a:r>
              <a:rPr sz="750">
                <a:solidFill>
                  <a:srgbClr val="FAFAE0"/>
                </a:solidFill>
                <a:latin typeface="Courier New"/>
              </a:rPr>
              <a:t>| references/fixtures.md       | Step 4 - run id, cleanup |</a:t>
            </a:r>
          </a:p>
          <a:p>
            <a:pPr algn="l">
              <a:spcAft>
                <a:spcPts val="0"/>
              </a:spcAft>
            </a:pPr>
            <a:r>
              <a:rPr sz="750">
                <a:solidFill>
                  <a:srgbClr val="FAFAE0"/>
                </a:solidFill>
                <a:latin typeface="Courier New"/>
              </a:rPr>
              <a:t>| references/output-templates  | Steps 7-9 - templates    |</a:t>
            </a:r>
          </a:p>
        </p:txBody>
      </p:sp>
      <p:sp>
        <p:nvSpPr>
          <p:cNvPr id="4" name="TextBox 3"/>
          <p:cNvSpPr txBox="1"/>
          <p:nvPr/>
        </p:nvSpPr>
        <p:spPr>
          <a:xfrm>
            <a:off x="256032" y="2651760"/>
            <a:ext cx="4572000" cy="1920240"/>
          </a:xfrm>
          <a:prstGeom prst="rect">
            <a:avLst/>
          </a:prstGeom>
          <a:noFill/>
        </p:spPr>
        <p:txBody>
          <a:bodyPr wrap="square" anchor="t">
            <a:spAutoFit/>
          </a:bodyPr>
          <a:lstStyle/>
          <a:p>
            <a:pPr>
              <a:spcAft>
                <a:spcPts val="300"/>
              </a:spcAft>
            </a:pPr>
            <a:r>
              <a:rPr sz="1000"/>
              <a:t>SKILL.md stays at ~120–200 lines; details move to </a:t>
            </a:r>
            <a:r>
              <a:rPr sz="1000">
                <a:solidFill>
                  <a:srgbClr val="007734"/>
                </a:solidFill>
                <a:latin typeface="Courier New"/>
              </a:rPr>
              <a:t>references/</a:t>
            </a:r>
            <a:r>
              <a:rPr sz="1000"/>
              <a:t>.</a:t>
            </a:r>
          </a:p>
          <a:p>
            <a:pPr>
              <a:spcAft>
                <a:spcPts val="300"/>
              </a:spcAft>
            </a:pPr>
            <a:r>
              <a:rPr sz="1000"/>
              <a:t>Every reference is tied to </a:t>
            </a:r>
            <a:r>
              <a:rPr b="1" sz="1000"/>
              <a:t>the step that needs it</a:t>
            </a:r>
            <a:r>
              <a:rPr sz="1000"/>
              <a:t>.</a:t>
            </a:r>
          </a:p>
          <a:p>
            <a:pPr>
              <a:spcAft>
                <a:spcPts val="300"/>
              </a:spcAft>
            </a:pPr>
            <a:r>
              <a:rPr sz="1000"/>
              <a:t>Share instead of copying: </a:t>
            </a:r>
            <a:r>
              <a:rPr sz="1000">
                <a:solidFill>
                  <a:srgbClr val="007734"/>
                </a:solidFill>
                <a:latin typeface="Courier New"/>
              </a:rPr>
              <a:t>../qa-planner/references/feature-map.md</a:t>
            </a:r>
            <a:r>
              <a:rPr sz="1000"/>
              <a:t> is reused by explorer and automator.</a:t>
            </a:r>
          </a:p>
          <a:p>
            <a:pPr>
              <a:spcAft>
                <a:spcPts val="300"/>
              </a:spcAft>
            </a:pPr>
            <a:r>
              <a:rPr sz="1000"/>
              <a:t>Templates for outputs (bug file, test case, plan) live in references, so the format never drifts.</a:t>
            </a:r>
          </a:p>
        </p:txBody>
      </p:sp>
      <p:sp>
        <p:nvSpPr>
          <p:cNvPr id="5" name="Rectangle 4"/>
          <p:cNvSpPr/>
          <p:nvPr/>
        </p:nvSpPr>
        <p:spPr>
          <a:xfrm>
            <a:off x="5029200" y="914400"/>
            <a:ext cx="3840480" cy="173736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102352" y="969264"/>
            <a:ext cx="3694176" cy="274320"/>
          </a:xfrm>
          <a:prstGeom prst="rect">
            <a:avLst/>
          </a:prstGeom>
          <a:noFill/>
        </p:spPr>
        <p:txBody>
          <a:bodyPr wrap="square" anchor="t" lIns="45720" rIns="45720" tIns="27432" bIns="27432">
            <a:spAutoFit/>
          </a:bodyPr>
          <a:lstStyle/>
          <a:p>
            <a:pPr>
              <a:spcAft>
                <a:spcPts val="300"/>
              </a:spcAft>
            </a:pPr>
            <a:r>
              <a:rPr b="1" sz="1000">
                <a:solidFill>
                  <a:srgbClr val="007734"/>
                </a:solidFill>
                <a:latin typeface="Arial"/>
              </a:rPr>
              <a:t>scripts/ for deterministic checks</a:t>
            </a:r>
          </a:p>
        </p:txBody>
      </p:sp>
      <p:sp>
        <p:nvSpPr>
          <p:cNvPr id="7" name="TextBox 6"/>
          <p:cNvSpPr txBox="1"/>
          <p:nvPr/>
        </p:nvSpPr>
        <p:spPr>
          <a:xfrm>
            <a:off x="5102352" y="1243584"/>
            <a:ext cx="3694176" cy="1371600"/>
          </a:xfrm>
          <a:prstGeom prst="rect">
            <a:avLst/>
          </a:prstGeom>
          <a:noFill/>
        </p:spPr>
        <p:txBody>
          <a:bodyPr wrap="square" anchor="t" lIns="45720" rIns="45720" tIns="27432" bIns="27432">
            <a:spAutoFit/>
          </a:bodyPr>
          <a:lstStyle/>
          <a:p>
            <a:pPr>
              <a:spcAft>
                <a:spcPts val="300"/>
              </a:spcAft>
            </a:pPr>
            <a:r>
              <a:rPr sz="900">
                <a:solidFill>
                  <a:srgbClr val="007734"/>
                </a:solidFill>
                <a:latin typeface="Courier New"/>
              </a:rPr>
              <a:t>check-feature-map.mjs</a:t>
            </a:r>
            <a:r>
              <a:rPr sz="900">
                <a:solidFill>
                  <a:srgbClr val="003000"/>
                </a:solidFill>
                <a:latin typeface="Arial"/>
              </a:rPr>
              <a:t> verifies every doc and api.md section named in the feature map still exists.</a:t>
            </a:r>
          </a:p>
          <a:p>
            <a:pPr>
              <a:spcAft>
                <a:spcPts val="300"/>
              </a:spcAft>
            </a:pPr>
            <a:r>
              <a:rPr sz="900">
                <a:solidFill>
                  <a:srgbClr val="003000"/>
                </a:solidFill>
                <a:latin typeface="Arial"/>
              </a:rPr>
              <a:t>Exit codes: 0 in sync · 1 stale entries · 2 cannot read inputs.</a:t>
            </a:r>
          </a:p>
        </p:txBody>
      </p:sp>
      <p:sp>
        <p:nvSpPr>
          <p:cNvPr id="8" name="Rectangle 7"/>
          <p:cNvSpPr/>
          <p:nvPr/>
        </p:nvSpPr>
        <p:spPr>
          <a:xfrm>
            <a:off x="5029200" y="2788920"/>
            <a:ext cx="3840480" cy="173736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102352" y="2843784"/>
            <a:ext cx="3694176" cy="274320"/>
          </a:xfrm>
          <a:prstGeom prst="rect">
            <a:avLst/>
          </a:prstGeom>
          <a:noFill/>
        </p:spPr>
        <p:txBody>
          <a:bodyPr wrap="square" anchor="t" lIns="45720" rIns="45720" tIns="27432" bIns="27432">
            <a:spAutoFit/>
          </a:bodyPr>
          <a:lstStyle/>
          <a:p>
            <a:pPr>
              <a:spcAft>
                <a:spcPts val="300"/>
              </a:spcAft>
            </a:pPr>
            <a:r>
              <a:rPr b="1" sz="1000">
                <a:solidFill>
                  <a:srgbClr val="007734"/>
                </a:solidFill>
                <a:latin typeface="Arial"/>
              </a:rPr>
              <a:t>tools/ to keep secrets away from the model</a:t>
            </a:r>
          </a:p>
        </p:txBody>
      </p:sp>
      <p:sp>
        <p:nvSpPr>
          <p:cNvPr id="10" name="TextBox 9"/>
          <p:cNvSpPr txBox="1"/>
          <p:nvPr/>
        </p:nvSpPr>
        <p:spPr>
          <a:xfrm>
            <a:off x="5102352" y="3118103"/>
            <a:ext cx="3694176" cy="1371600"/>
          </a:xfrm>
          <a:prstGeom prst="rect">
            <a:avLst/>
          </a:prstGeom>
          <a:noFill/>
        </p:spPr>
        <p:txBody>
          <a:bodyPr wrap="square" anchor="t" lIns="45720" rIns="45720" tIns="27432" bIns="27432">
            <a:spAutoFit/>
          </a:bodyPr>
          <a:lstStyle/>
          <a:p>
            <a:pPr>
              <a:spcAft>
                <a:spcPts val="300"/>
              </a:spcAft>
            </a:pPr>
            <a:r>
              <a:rPr sz="900">
                <a:solidFill>
                  <a:srgbClr val="007734"/>
                </a:solidFill>
                <a:latin typeface="Courier New"/>
              </a:rPr>
              <a:t>qa-login.mjs</a:t>
            </a:r>
            <a:r>
              <a:rPr sz="900">
                <a:solidFill>
                  <a:srgbClr val="003000"/>
                </a:solidFill>
                <a:latin typeface="Arial"/>
              </a:rPr>
              <a:t> reads </a:t>
            </a:r>
            <a:r>
              <a:rPr sz="900">
                <a:solidFill>
                  <a:srgbClr val="007734"/>
                </a:solidFill>
                <a:latin typeface="Courier New"/>
              </a:rPr>
              <a:t>.secrets/qa.env</a:t>
            </a:r>
            <a:r>
              <a:rPr sz="900">
                <a:solidFill>
                  <a:srgbClr val="003000"/>
                </a:solidFill>
                <a:latin typeface="Arial"/>
              </a:rPr>
              <a:t> and signs in through the DevTools protocol.</a:t>
            </a:r>
          </a:p>
          <a:p>
            <a:pPr>
              <a:spcAft>
                <a:spcPts val="300"/>
              </a:spcAft>
            </a:pPr>
            <a:r>
              <a:rPr sz="900">
                <a:solidFill>
                  <a:srgbClr val="003000"/>
                </a:solidFill>
                <a:latin typeface="Arial"/>
              </a:rPr>
              <a:t>It prints a one-line result — never the password or the session token.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Inputs: exact commands, predictable variants</a:t>
            </a:r>
          </a:p>
        </p:txBody>
      </p:sp>
      <p:graphicFrame>
        <p:nvGraphicFramePr>
          <p:cNvPr id="3" name="Table 2"/>
          <p:cNvGraphicFramePr>
            <a:graphicFrameLocks noGrp="1"/>
          </p:cNvGraphicFramePr>
          <p:nvPr/>
        </p:nvGraphicFramePr>
        <p:xfrm>
          <a:off x="256032" y="914400"/>
          <a:ext cx="5120640" cy="2194560"/>
        </p:xfrm>
        <a:graphic>
          <a:graphicData uri="http://schemas.openxmlformats.org/drawingml/2006/table">
            <a:tbl>
              <a:tblPr firstRow="0" bandRow="0"/>
              <a:tblGrid>
                <a:gridCol w="1508760"/>
                <a:gridCol w="3611880"/>
              </a:tblGrid>
              <a:tr h="365760">
                <a:tc>
                  <a:txBody>
                    <a:bodyPr wrap="square"/>
                    <a:lstStyle/>
                    <a:p>
                      <a:r>
                        <a:rPr b="1" sz="850">
                          <a:solidFill>
                            <a:srgbClr val="FFFFFF"/>
                          </a:solidFill>
                          <a:latin typeface="Arial"/>
                        </a:rPr>
                        <a:t>Agent</a:t>
                      </a:r>
                    </a:p>
                  </a:txBody>
                  <a:tcPr marL="54864" marR="54864" marT="22860" marB="22860" anchor="ctr">
                    <a:solidFill>
                      <a:srgbClr val="00C200"/>
                    </a:solidFill>
                  </a:tcPr>
                </a:tc>
                <a:tc>
                  <a:txBody>
                    <a:bodyPr wrap="square"/>
                    <a:lstStyle/>
                    <a:p>
                      <a:r>
                        <a:rPr b="1" sz="850">
                          <a:solidFill>
                            <a:srgbClr val="FFFFFF"/>
                          </a:solidFill>
                          <a:latin typeface="Arial"/>
                        </a:rPr>
                        <a:t>Command</a:t>
                      </a:r>
                    </a:p>
                  </a:txBody>
                  <a:tcPr marL="54864" marR="54864" marT="22860" marB="22860" anchor="ctr">
                    <a:solidFill>
                      <a:srgbClr val="00C200"/>
                    </a:solidFill>
                  </a:tcPr>
                </a:tc>
              </a:tr>
              <a:tr h="365760">
                <a:tc>
                  <a:txBody>
                    <a:bodyPr wrap="square"/>
                    <a:lstStyle/>
                    <a:p>
                      <a:r>
                        <a:rPr sz="850">
                          <a:solidFill>
                            <a:srgbClr val="003000"/>
                          </a:solidFill>
                          <a:latin typeface="Arial"/>
                        </a:rPr>
                        <a:t>qa-planner</a:t>
                      </a:r>
                    </a:p>
                  </a:txBody>
                  <a:tcPr marL="54864" marR="54864" marT="22860" marB="22860" anchor="ctr">
                    <a:solidFill>
                      <a:srgbClr val="FFFFFF"/>
                    </a:solidFill>
                  </a:tcPr>
                </a:tc>
                <a:tc>
                  <a:txBody>
                    <a:bodyPr wrap="square"/>
                    <a:lstStyle/>
                    <a:p>
                      <a:r>
                        <a:rPr sz="850">
                          <a:solidFill>
                            <a:srgbClr val="007734"/>
                          </a:solidFill>
                          <a:latin typeface="Courier New"/>
                        </a:rPr>
                        <a:t>Plan Story &lt;ID&gt;</a:t>
                      </a:r>
                      <a:r>
                        <a:rPr sz="850">
                          <a:solidFill>
                            <a:srgbClr val="003000"/>
                          </a:solidFill>
                          <a:latin typeface="Arial"/>
                        </a:rPr>
                        <a:t> · </a:t>
                      </a:r>
                      <a:r>
                        <a:rPr sz="850">
                          <a:solidFill>
                            <a:srgbClr val="007734"/>
                          </a:solidFill>
                          <a:latin typeface="Courier New"/>
                        </a:rPr>
                        <a:t>Plan Task &lt;ID&gt;</a:t>
                      </a:r>
                    </a:p>
                  </a:txBody>
                  <a:tcPr marL="54864" marR="54864" marT="22860" marB="22860" anchor="ctr">
                    <a:solidFill>
                      <a:srgbClr val="FFFFFF"/>
                    </a:solidFill>
                  </a:tcPr>
                </a:tc>
              </a:tr>
              <a:tr h="365760">
                <a:tc>
                  <a:txBody>
                    <a:bodyPr wrap="square"/>
                    <a:lstStyle/>
                    <a:p>
                      <a:r>
                        <a:rPr sz="850">
                          <a:solidFill>
                            <a:srgbClr val="003000"/>
                          </a:solidFill>
                          <a:latin typeface="Arial"/>
                        </a:rPr>
                        <a:t>qa-explorer</a:t>
                      </a:r>
                    </a:p>
                  </a:txBody>
                  <a:tcPr marL="54864" marR="54864" marT="22860" marB="22860" anchor="ctr">
                    <a:solidFill>
                      <a:srgbClr val="EEF4DE"/>
                    </a:solidFill>
                  </a:tcPr>
                </a:tc>
                <a:tc>
                  <a:txBody>
                    <a:bodyPr wrap="square"/>
                    <a:lstStyle/>
                    <a:p>
                      <a:r>
                        <a:rPr sz="850">
                          <a:solidFill>
                            <a:srgbClr val="007734"/>
                          </a:solidFill>
                          <a:latin typeface="Courier New"/>
                        </a:rPr>
                        <a:t>Explore Story &lt;ID&gt;</a:t>
                      </a:r>
                      <a:r>
                        <a:rPr sz="850">
                          <a:solidFill>
                            <a:srgbClr val="003000"/>
                          </a:solidFill>
                          <a:latin typeface="Arial"/>
                        </a:rPr>
                        <a:t> · </a:t>
                      </a:r>
                      <a:r>
                        <a:rPr sz="850">
                          <a:solidFill>
                            <a:srgbClr val="007734"/>
                          </a:solidFill>
                          <a:latin typeface="Courier New"/>
                        </a:rPr>
                        <a:t>Explore Task &lt;ID&gt;</a:t>
                      </a:r>
                    </a:p>
                  </a:txBody>
                  <a:tcPr marL="54864" marR="54864" marT="22860" marB="22860" anchor="ctr">
                    <a:solidFill>
                      <a:srgbClr val="EEF4DE"/>
                    </a:solidFill>
                  </a:tcPr>
                </a:tc>
              </a:tr>
              <a:tr h="365760">
                <a:tc>
                  <a:txBody>
                    <a:bodyPr wrap="square"/>
                    <a:lstStyle/>
                    <a:p>
                      <a:r>
                        <a:rPr sz="850">
                          <a:solidFill>
                            <a:srgbClr val="003000"/>
                          </a:solidFill>
                          <a:latin typeface="Arial"/>
                        </a:rPr>
                        <a:t>qa-test-case-writer</a:t>
                      </a:r>
                    </a:p>
                  </a:txBody>
                  <a:tcPr marL="54864" marR="54864" marT="22860" marB="22860" anchor="ctr">
                    <a:solidFill>
                      <a:srgbClr val="FFFFFF"/>
                    </a:solidFill>
                  </a:tcPr>
                </a:tc>
                <a:tc>
                  <a:txBody>
                    <a:bodyPr wrap="square"/>
                    <a:lstStyle/>
                    <a:p>
                      <a:r>
                        <a:rPr sz="850">
                          <a:solidFill>
                            <a:srgbClr val="007734"/>
                          </a:solidFill>
                          <a:latin typeface="Courier New"/>
                        </a:rPr>
                        <a:t>Write test cases &lt;ID&gt; [FE1 FE7] [dry run]</a:t>
                      </a:r>
                    </a:p>
                  </a:txBody>
                  <a:tcPr marL="54864" marR="54864" marT="22860" marB="22860" anchor="ctr">
                    <a:solidFill>
                      <a:srgbClr val="FFFFFF"/>
                    </a:solidFill>
                  </a:tcPr>
                </a:tc>
              </a:tr>
              <a:tr h="365760">
                <a:tc>
                  <a:txBody>
                    <a:bodyPr wrap="square"/>
                    <a:lstStyle/>
                    <a:p>
                      <a:r>
                        <a:rPr sz="850">
                          <a:solidFill>
                            <a:srgbClr val="003000"/>
                          </a:solidFill>
                          <a:latin typeface="Arial"/>
                        </a:rPr>
                        <a:t>qa-bug-reporter</a:t>
                      </a:r>
                    </a:p>
                  </a:txBody>
                  <a:tcPr marL="54864" marR="54864" marT="22860" marB="22860" anchor="ctr">
                    <a:solidFill>
                      <a:srgbClr val="EEF4DE"/>
                    </a:solidFill>
                  </a:tcPr>
                </a:tc>
                <a:tc>
                  <a:txBody>
                    <a:bodyPr wrap="square"/>
                    <a:lstStyle/>
                    <a:p>
                      <a:r>
                        <a:rPr sz="850">
                          <a:solidFill>
                            <a:srgbClr val="007734"/>
                          </a:solidFill>
                          <a:latin typeface="Courier New"/>
                        </a:rPr>
                        <a:t>Report bugs &lt;ID&gt; [BUG-02 BUG-05] [dry run]</a:t>
                      </a:r>
                    </a:p>
                  </a:txBody>
                  <a:tcPr marL="54864" marR="54864" marT="22860" marB="22860" anchor="ctr">
                    <a:solidFill>
                      <a:srgbClr val="EEF4DE"/>
                    </a:solidFill>
                  </a:tcPr>
                </a:tc>
              </a:tr>
              <a:tr h="365760">
                <a:tc>
                  <a:txBody>
                    <a:bodyPr wrap="square"/>
                    <a:lstStyle/>
                    <a:p>
                      <a:r>
                        <a:rPr sz="850">
                          <a:solidFill>
                            <a:srgbClr val="003000"/>
                          </a:solidFill>
                          <a:latin typeface="Arial"/>
                        </a:rPr>
                        <a:t>qa-automator</a:t>
                      </a:r>
                    </a:p>
                  </a:txBody>
                  <a:tcPr marL="54864" marR="54864" marT="22860" marB="22860" anchor="ctr">
                    <a:solidFill>
                      <a:srgbClr val="FFFFFF"/>
                    </a:solidFill>
                  </a:tcPr>
                </a:tc>
                <a:tc>
                  <a:txBody>
                    <a:bodyPr wrap="square"/>
                    <a:lstStyle/>
                    <a:p>
                      <a:r>
                        <a:rPr sz="850">
                          <a:solidFill>
                            <a:srgbClr val="007734"/>
                          </a:solidFill>
                          <a:latin typeface="Courier New"/>
                        </a:rPr>
                        <a:t>Automate PBI#&lt;ID&gt; [TC &lt;id&gt; …] [dry run]</a:t>
                      </a:r>
                    </a:p>
                  </a:txBody>
                  <a:tcPr marL="54864" marR="54864" marT="22860" marB="22860" anchor="ctr">
                    <a:solidFill>
                      <a:srgbClr val="FFFFFF"/>
                    </a:solidFill>
                  </a:tcPr>
                </a:tc>
              </a:tr>
            </a:tbl>
          </a:graphicData>
        </a:graphic>
      </p:graphicFrame>
      <p:sp>
        <p:nvSpPr>
          <p:cNvPr id="4" name="TextBox 3"/>
          <p:cNvSpPr txBox="1"/>
          <p:nvPr/>
        </p:nvSpPr>
        <p:spPr>
          <a:xfrm>
            <a:off x="5577840" y="914400"/>
            <a:ext cx="3291840" cy="3657600"/>
          </a:xfrm>
          <a:prstGeom prst="rect">
            <a:avLst/>
          </a:prstGeom>
          <a:noFill/>
        </p:spPr>
        <p:txBody>
          <a:bodyPr wrap="square" anchor="t">
            <a:spAutoFit/>
          </a:bodyPr>
          <a:lstStyle/>
          <a:p>
            <a:pPr>
              <a:spcAft>
                <a:spcPts val="400"/>
              </a:spcAft>
            </a:pPr>
            <a:r>
              <a:rPr b="1" sz="1000"/>
              <a:t>Same grammar everywhere:</a:t>
            </a:r>
            <a:r>
              <a:rPr sz="1000"/>
              <a:t> verb + work item id.</a:t>
            </a:r>
          </a:p>
          <a:p>
            <a:pPr>
              <a:spcAft>
                <a:spcPts val="400"/>
              </a:spcAft>
            </a:pPr>
            <a:r>
              <a:rPr b="1" sz="1000"/>
              <a:t>Subset:</a:t>
            </a:r>
            <a:r>
              <a:rPr sz="1000"/>
              <a:t> list ids to limit the run (still respecting the status gate).</a:t>
            </a:r>
          </a:p>
          <a:p>
            <a:pPr>
              <a:spcAft>
                <a:spcPts val="400"/>
              </a:spcAft>
            </a:pPr>
            <a:r>
              <a:rPr b="1" sz="1000"/>
              <a:t>Dry run:</a:t>
            </a:r>
            <a:r>
              <a:rPr sz="1000"/>
              <a:t> read and plan only; show what would be written; no board changes.</a:t>
            </a:r>
          </a:p>
          <a:p>
            <a:pPr>
              <a:spcAft>
                <a:spcPts val="400"/>
              </a:spcAft>
            </a:pPr>
            <a:r>
              <a:rPr b="1" sz="1000"/>
              <a:t>Task id accepted:</a:t>
            </a:r>
            <a:r>
              <a:rPr sz="1000"/>
              <a:t> the agent resolves the parent PBI and says so.</a:t>
            </a:r>
          </a:p>
          <a:p>
            <a:pPr>
              <a:spcAft>
                <a:spcPts val="400"/>
              </a:spcAft>
            </a:pPr>
            <a:r>
              <a:rPr b="1" sz="1000"/>
              <a:t>No credentials as input:</a:t>
            </a:r>
            <a:r>
              <a:rPr sz="1000"/>
              <a:t> the agent signs in itself through the helper; if setup fails it asks a human.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section: scope every tool</a:t>
            </a:r>
          </a:p>
        </p:txBody>
      </p:sp>
      <p:sp>
        <p:nvSpPr>
          <p:cNvPr id="3" name="Rectangle 2"/>
          <p:cNvSpPr/>
          <p:nvPr/>
        </p:nvSpPr>
        <p:spPr>
          <a:xfrm>
            <a:off x="256032" y="914400"/>
            <a:ext cx="4846320" cy="2514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D6FF63"/>
                </a:solidFill>
                <a:latin typeface="Courier New"/>
              </a:rPr>
              <a:t>## Tools / MCP servers</a:t>
            </a:r>
          </a:p>
          <a:p>
            <a:pPr algn="l">
              <a:spcAft>
                <a:spcPts val="0"/>
              </a:spcAft>
            </a:pPr>
            <a:r>
              <a:rPr sz="780">
                <a:solidFill>
                  <a:srgbClr val="FAFAE0"/>
                </a:solidFill>
                <a:latin typeface="Courier New"/>
              </a:rPr>
              <a:t>- `azure-devops` - read the PBI, its Test Cases and</a:t>
            </a:r>
          </a:p>
          <a:p>
            <a:pPr algn="l">
              <a:spcAft>
                <a:spcPts val="0"/>
              </a:spcAft>
            </a:pPr>
            <a:r>
              <a:rPr sz="780">
                <a:solidFill>
                  <a:srgbClr val="FAFAE0"/>
                </a:solidFill>
                <a:latin typeface="Courier New"/>
              </a:rPr>
              <a:t>  the parent Feature. Write ONLY: the PBI's QA</a:t>
            </a:r>
          </a:p>
          <a:p>
            <a:pPr algn="l">
              <a:spcAft>
                <a:spcPts val="0"/>
              </a:spcAft>
            </a:pPr>
            <a:r>
              <a:rPr sz="780">
                <a:solidFill>
                  <a:srgbClr val="FAFAE0"/>
                </a:solidFill>
                <a:latin typeface="Courier New"/>
              </a:rPr>
              <a:t>  Automation task and System.Tags of the Test Cases</a:t>
            </a:r>
          </a:p>
          <a:p>
            <a:pPr algn="l">
              <a:spcAft>
                <a:spcPts val="0"/>
              </a:spcAft>
            </a:pPr>
            <a:r>
              <a:rPr sz="780">
                <a:solidFill>
                  <a:srgbClr val="FAFAE0"/>
                </a:solidFill>
                <a:latin typeface="Courier New"/>
              </a:rPr>
              <a:t>  automated in this run. Nothing else.</a:t>
            </a:r>
          </a:p>
          <a:p>
            <a:pPr algn="l">
              <a:spcAft>
                <a:spcPts val="0"/>
              </a:spcAft>
            </a:pPr>
            <a:r>
              <a:rPr sz="780">
                <a:solidFill>
                  <a:srgbClr val="FAFAE0"/>
                </a:solidFill>
                <a:latin typeface="Courier New"/>
              </a:rPr>
              <a:t>- `postgres` - read-only. Schemas before writing a</a:t>
            </a:r>
          </a:p>
          <a:p>
            <a:pPr algn="l">
              <a:spcAft>
                <a:spcPts val="0"/>
              </a:spcAft>
            </a:pPr>
            <a:r>
              <a:rPr sz="780">
                <a:solidFill>
                  <a:srgbClr val="FAFAE0"/>
                </a:solidFill>
                <a:latin typeface="Courier New"/>
              </a:rPr>
              <a:t>  query, leftover check after the run.</a:t>
            </a:r>
          </a:p>
          <a:p>
            <a:pPr algn="l">
              <a:spcAft>
                <a:spcPts val="0"/>
              </a:spcAft>
            </a:pPr>
            <a:r>
              <a:rPr sz="780">
                <a:solidFill>
                  <a:srgbClr val="FAFAE0"/>
                </a:solidFill>
                <a:latin typeface="Courier New"/>
              </a:rPr>
              <a:t>- `Bash` - only: node tools/qa-login.mjs ... and</a:t>
            </a:r>
          </a:p>
          <a:p>
            <a:pPr algn="l">
              <a:spcAft>
                <a:spcPts val="0"/>
              </a:spcAft>
            </a:pPr>
            <a:r>
              <a:rPr sz="780">
                <a:solidFill>
                  <a:srgbClr val="FAFAE0"/>
                </a:solidFill>
                <a:latin typeface="Courier New"/>
              </a:rPr>
              <a:t>  npm --prefix fe_automation test -- &lt;args&gt;.</a:t>
            </a:r>
          </a:p>
          <a:p>
            <a:pPr algn="l">
              <a:spcAft>
                <a:spcPts val="0"/>
              </a:spcAft>
            </a:pPr>
            <a:r>
              <a:rPr sz="780">
                <a:solidFill>
                  <a:srgbClr val="FAFAE0"/>
                </a:solidFill>
                <a:latin typeface="Courier New"/>
              </a:rPr>
              <a:t>- `Write` / `Edit` - only inside fe_automation/</a:t>
            </a:r>
          </a:p>
          <a:p>
            <a:pPr algn="l">
              <a:spcAft>
                <a:spcPts val="0"/>
              </a:spcAft>
            </a:pPr>
            <a:r>
              <a:rPr sz="780">
                <a:solidFill>
                  <a:srgbClr val="FAFAE0"/>
                </a:solidFill>
                <a:latin typeface="Courier New"/>
              </a:rPr>
              <a:t>  and the lessons file.</a:t>
            </a:r>
          </a:p>
        </p:txBody>
      </p:sp>
      <p:sp>
        <p:nvSpPr>
          <p:cNvPr id="4" name="TextBox 3"/>
          <p:cNvSpPr txBox="1"/>
          <p:nvPr/>
        </p:nvSpPr>
        <p:spPr>
          <a:xfrm>
            <a:off x="5303520" y="914400"/>
            <a:ext cx="3566160" cy="3657600"/>
          </a:xfrm>
          <a:prstGeom prst="rect">
            <a:avLst/>
          </a:prstGeom>
          <a:noFill/>
        </p:spPr>
        <p:txBody>
          <a:bodyPr wrap="square" anchor="t">
            <a:spAutoFit/>
          </a:bodyPr>
          <a:lstStyle/>
          <a:p>
            <a:pPr>
              <a:spcAft>
                <a:spcPts val="400"/>
              </a:spcAft>
            </a:pPr>
            <a:r>
              <a:rPr sz="1000"/>
              <a:t>For </a:t>
            </a:r>
            <a:r>
              <a:rPr b="1" sz="1000"/>
              <a:t>each</a:t>
            </a:r>
            <a:r>
              <a:rPr sz="1000"/>
              <a:t> tool state the read scope and the write scope.</a:t>
            </a:r>
          </a:p>
          <a:p>
            <a:pPr>
              <a:spcAft>
                <a:spcPts val="400"/>
              </a:spcAft>
            </a:pPr>
            <a:r>
              <a:rPr sz="1000"/>
              <a:t>Name the allowed MCP tool calls (</a:t>
            </a:r>
            <a:r>
              <a:rPr sz="1000">
                <a:solidFill>
                  <a:srgbClr val="007734"/>
                </a:solidFill>
                <a:latin typeface="Courier New"/>
              </a:rPr>
              <a:t>wit_work_item get</a:t>
            </a:r>
            <a:r>
              <a:rPr sz="1000"/>
              <a:t>, </a:t>
            </a:r>
            <a:r>
              <a:rPr sz="1000">
                <a:solidFill>
                  <a:srgbClr val="007734"/>
                </a:solidFill>
                <a:latin typeface="Courier New"/>
              </a:rPr>
              <a:t>wit_work_item_write update</a:t>
            </a:r>
            <a:r>
              <a:rPr sz="1000"/>
              <a:t>).</a:t>
            </a:r>
          </a:p>
          <a:p>
            <a:pPr>
              <a:spcAft>
                <a:spcPts val="400"/>
              </a:spcAft>
            </a:pPr>
            <a:r>
              <a:rPr sz="1000"/>
              <a:t>Add a </a:t>
            </a:r>
            <a:r>
              <a:rPr b="1" sz="1000"/>
              <a:t>negative list</a:t>
            </a:r>
            <a:r>
              <a:rPr sz="1000"/>
              <a:t>: no </a:t>
            </a:r>
            <a:r>
              <a:rPr sz="1000">
                <a:solidFill>
                  <a:srgbClr val="007734"/>
                </a:solidFill>
                <a:latin typeface="Courier New"/>
              </a:rPr>
              <a:t>repo_*</a:t>
            </a:r>
            <a:r>
              <a:rPr sz="1000"/>
              <a:t>, </a:t>
            </a:r>
            <a:r>
              <a:rPr sz="1000">
                <a:solidFill>
                  <a:srgbClr val="007734"/>
                </a:solidFill>
                <a:latin typeface="Courier New"/>
              </a:rPr>
              <a:t>pipelines_*</a:t>
            </a:r>
            <a:r>
              <a:rPr sz="1000"/>
              <a:t>, </a:t>
            </a:r>
            <a:r>
              <a:rPr sz="1000">
                <a:solidFill>
                  <a:srgbClr val="007734"/>
                </a:solidFill>
                <a:latin typeface="Courier New"/>
              </a:rPr>
              <a:t>search_code</a:t>
            </a:r>
            <a:r>
              <a:rPr sz="1000"/>
              <a:t>, attachments.</a:t>
            </a:r>
          </a:p>
          <a:p>
            <a:pPr>
              <a:spcAft>
                <a:spcPts val="400"/>
              </a:spcAft>
            </a:pPr>
            <a:r>
              <a:rPr sz="1000"/>
              <a:t>Say what to do when a tool fails: “auth error → ask the human to reconnect (/mcp)”.</a:t>
            </a:r>
          </a:p>
          <a:p>
            <a:pPr>
              <a:spcAft>
                <a:spcPts val="400"/>
              </a:spcAft>
            </a:pPr>
            <a:r>
              <a:rPr sz="1000"/>
              <a:t>Say when to </a:t>
            </a:r>
            <a:r>
              <a:rPr b="1" sz="1000"/>
              <a:t>stop</a:t>
            </a:r>
            <a:r>
              <a:rPr sz="1000"/>
              <a:t>: “Stop if azure-devops or swagger MCP is not available”.</a:t>
            </a:r>
          </a:p>
        </p:txBody>
      </p:sp>
      <p:sp>
        <p:nvSpPr>
          <p:cNvPr id="5" name="TextBox 4"/>
          <p:cNvSpPr txBox="1"/>
          <p:nvPr/>
        </p:nvSpPr>
        <p:spPr>
          <a:xfrm>
            <a:off x="256032" y="3566160"/>
            <a:ext cx="4846320" cy="914400"/>
          </a:xfrm>
          <a:prstGeom prst="rect">
            <a:avLst/>
          </a:prstGeom>
          <a:noFill/>
        </p:spPr>
        <p:txBody>
          <a:bodyPr wrap="square" anchor="t" lIns="45720" rIns="45720" tIns="27432" bIns="27432">
            <a:spAutoFit/>
          </a:bodyPr>
          <a:lstStyle/>
          <a:p>
            <a:pPr>
              <a:spcAft>
                <a:spcPts val="300"/>
              </a:spcAft>
            </a:pPr>
            <a:r>
              <a:rPr b="1" sz="950">
                <a:solidFill>
                  <a:srgbClr val="003000"/>
                </a:solidFill>
                <a:latin typeface="Arial"/>
              </a:rPr>
              <a:t>Black-box rule</a:t>
            </a:r>
            <a:r>
              <a:rPr sz="950">
                <a:solidFill>
                  <a:srgbClr val="003000"/>
                </a:solidFill>
                <a:latin typeface="Arial"/>
              </a:rPr>
              <a:t> (planner, explorer): expected results come from Azure DevOps, Swagger, CLAUDE.md and docs/ — never from source code, PRs, commits or git history.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Workflow: numbered, bounded, verifiable</a:t>
            </a:r>
          </a:p>
        </p:txBody>
      </p:sp>
      <p:sp>
        <p:nvSpPr>
          <p:cNvPr id="3" name="Rectangle 2"/>
          <p:cNvSpPr/>
          <p:nvPr/>
        </p:nvSpPr>
        <p:spPr>
          <a:xfrm>
            <a:off x="256032" y="914400"/>
            <a:ext cx="822960" cy="56692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256032" y="914400"/>
            <a:ext cx="822960" cy="566928"/>
          </a:xfrm>
          <a:prstGeom prst="rect">
            <a:avLst/>
          </a:prstGeom>
          <a:noFill/>
        </p:spPr>
        <p:txBody>
          <a:bodyPr wrap="square" anchor="ctr" lIns="45720" rIns="45720" tIns="27432" bIns="27432">
            <a:spAutoFit/>
          </a:bodyPr>
          <a:lstStyle/>
          <a:p>
            <a:pPr algn="ctr">
              <a:spcAft>
                <a:spcPts val="300"/>
              </a:spcAft>
            </a:pPr>
            <a:r>
              <a:rPr b="1" sz="1100">
                <a:solidFill>
                  <a:srgbClr val="FFFFFF"/>
                </a:solidFill>
                <a:latin typeface="Arial"/>
              </a:rPr>
              <a:t>0</a:t>
            </a:r>
          </a:p>
        </p:txBody>
      </p:sp>
      <p:sp>
        <p:nvSpPr>
          <p:cNvPr id="5" name="Rectangle 4"/>
          <p:cNvSpPr/>
          <p:nvPr/>
        </p:nvSpPr>
        <p:spPr>
          <a:xfrm>
            <a:off x="1115568" y="914400"/>
            <a:ext cx="7772400" cy="56692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7008" y="914400"/>
            <a:ext cx="1828800" cy="56692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Board + lessons</a:t>
            </a:r>
          </a:p>
        </p:txBody>
      </p:sp>
      <p:sp>
        <p:nvSpPr>
          <p:cNvPr id="7" name="TextBox 6"/>
          <p:cNvSpPr txBox="1"/>
          <p:nvPr/>
        </p:nvSpPr>
        <p:spPr>
          <a:xfrm>
            <a:off x="3017520" y="914400"/>
            <a:ext cx="5806440" cy="56692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Resolve the PBI, find or create the agent's QA task, set it in progress, read lessons.</a:t>
            </a:r>
          </a:p>
        </p:txBody>
      </p:sp>
      <p:sp>
        <p:nvSpPr>
          <p:cNvPr id="8" name="Rectangle 7"/>
          <p:cNvSpPr/>
          <p:nvPr/>
        </p:nvSpPr>
        <p:spPr>
          <a:xfrm>
            <a:off x="256032" y="1636776"/>
            <a:ext cx="822960" cy="56692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56032" y="1636776"/>
            <a:ext cx="822960" cy="566928"/>
          </a:xfrm>
          <a:prstGeom prst="rect">
            <a:avLst/>
          </a:prstGeom>
          <a:noFill/>
        </p:spPr>
        <p:txBody>
          <a:bodyPr wrap="square" anchor="ctr" lIns="45720" rIns="45720" tIns="27432" bIns="27432">
            <a:spAutoFit/>
          </a:bodyPr>
          <a:lstStyle/>
          <a:p>
            <a:pPr algn="ctr">
              <a:spcAft>
                <a:spcPts val="300"/>
              </a:spcAft>
            </a:pPr>
            <a:r>
              <a:rPr b="1" sz="1100">
                <a:solidFill>
                  <a:srgbClr val="FFFFFF"/>
                </a:solidFill>
                <a:latin typeface="Arial"/>
              </a:rPr>
              <a:t>1–N</a:t>
            </a:r>
          </a:p>
        </p:txBody>
      </p:sp>
      <p:sp>
        <p:nvSpPr>
          <p:cNvPr id="10" name="Rectangle 9"/>
          <p:cNvSpPr/>
          <p:nvPr/>
        </p:nvSpPr>
        <p:spPr>
          <a:xfrm>
            <a:off x="1115568" y="1636776"/>
            <a:ext cx="7772400" cy="56692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7008" y="1636776"/>
            <a:ext cx="1828800" cy="56692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One action per step</a:t>
            </a:r>
          </a:p>
        </p:txBody>
      </p:sp>
      <p:sp>
        <p:nvSpPr>
          <p:cNvPr id="12" name="TextBox 11"/>
          <p:cNvSpPr txBox="1"/>
          <p:nvPr/>
        </p:nvSpPr>
        <p:spPr>
          <a:xfrm>
            <a:off x="3017520" y="1636776"/>
            <a:ext cx="5806440" cy="56692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Each step names the reference it needs and its stop condition (“none → say so, stop”).</a:t>
            </a:r>
          </a:p>
        </p:txBody>
      </p:sp>
      <p:sp>
        <p:nvSpPr>
          <p:cNvPr id="13" name="Rectangle 12"/>
          <p:cNvSpPr/>
          <p:nvPr/>
        </p:nvSpPr>
        <p:spPr>
          <a:xfrm>
            <a:off x="256032" y="2359152"/>
            <a:ext cx="822960" cy="56692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6032" y="2359152"/>
            <a:ext cx="822960" cy="566928"/>
          </a:xfrm>
          <a:prstGeom prst="rect">
            <a:avLst/>
          </a:prstGeom>
          <a:noFill/>
        </p:spPr>
        <p:txBody>
          <a:bodyPr wrap="square" anchor="ctr" lIns="45720" rIns="45720" tIns="27432" bIns="27432">
            <a:spAutoFit/>
          </a:bodyPr>
          <a:lstStyle/>
          <a:p>
            <a:pPr algn="ctr">
              <a:spcAft>
                <a:spcPts val="300"/>
              </a:spcAft>
            </a:pPr>
            <a:r>
              <a:rPr b="1" sz="1100">
                <a:solidFill>
                  <a:srgbClr val="FFFFFF"/>
                </a:solidFill>
                <a:latin typeface="Arial"/>
              </a:rPr>
              <a:t>Verify</a:t>
            </a:r>
          </a:p>
        </p:txBody>
      </p:sp>
      <p:sp>
        <p:nvSpPr>
          <p:cNvPr id="15" name="Rectangle 14"/>
          <p:cNvSpPr/>
          <p:nvPr/>
        </p:nvSpPr>
        <p:spPr>
          <a:xfrm>
            <a:off x="1115568" y="2359152"/>
            <a:ext cx="7772400" cy="56692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7008" y="2359152"/>
            <a:ext cx="1828800" cy="56692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Prove the result</a:t>
            </a:r>
          </a:p>
        </p:txBody>
      </p:sp>
      <p:sp>
        <p:nvSpPr>
          <p:cNvPr id="17" name="TextBox 16"/>
          <p:cNvSpPr txBox="1"/>
          <p:nvPr/>
        </p:nvSpPr>
        <p:spPr>
          <a:xfrm>
            <a:off x="3017520" y="2359152"/>
            <a:ext cx="5806440" cy="56692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Leftover check with postgres; tests must actually run; re-read output against the guardrails.</a:t>
            </a:r>
          </a:p>
        </p:txBody>
      </p:sp>
      <p:sp>
        <p:nvSpPr>
          <p:cNvPr id="18" name="Rectangle 17"/>
          <p:cNvSpPr/>
          <p:nvPr/>
        </p:nvSpPr>
        <p:spPr>
          <a:xfrm>
            <a:off x="256032" y="3081528"/>
            <a:ext cx="822960" cy="56692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56032" y="3081528"/>
            <a:ext cx="822960" cy="566928"/>
          </a:xfrm>
          <a:prstGeom prst="rect">
            <a:avLst/>
          </a:prstGeom>
          <a:noFill/>
        </p:spPr>
        <p:txBody>
          <a:bodyPr wrap="square" anchor="ctr" lIns="45720" rIns="45720" tIns="27432" bIns="27432">
            <a:spAutoFit/>
          </a:bodyPr>
          <a:lstStyle/>
          <a:p>
            <a:pPr algn="ctr">
              <a:spcAft>
                <a:spcPts val="300"/>
              </a:spcAft>
            </a:pPr>
            <a:r>
              <a:rPr b="1" sz="1100">
                <a:solidFill>
                  <a:srgbClr val="FFFFFF"/>
                </a:solidFill>
                <a:latin typeface="Arial"/>
              </a:rPr>
              <a:t>Limit</a:t>
            </a:r>
          </a:p>
        </p:txBody>
      </p:sp>
      <p:sp>
        <p:nvSpPr>
          <p:cNvPr id="20" name="Rectangle 19"/>
          <p:cNvSpPr/>
          <p:nvPr/>
        </p:nvSpPr>
        <p:spPr>
          <a:xfrm>
            <a:off x="1115568" y="3081528"/>
            <a:ext cx="7772400" cy="56692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07008" y="3081528"/>
            <a:ext cx="1828800" cy="56692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Bounded retries</a:t>
            </a:r>
          </a:p>
        </p:txBody>
      </p:sp>
      <p:sp>
        <p:nvSpPr>
          <p:cNvPr id="22" name="TextBox 21"/>
          <p:cNvSpPr txBox="1"/>
          <p:nvPr/>
        </p:nvSpPr>
        <p:spPr>
          <a:xfrm>
            <a:off x="3017520" y="3081528"/>
            <a:ext cx="5806440" cy="56692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At most 3 fix attempts per failing test, then leave it failing and report it.</a:t>
            </a:r>
          </a:p>
        </p:txBody>
      </p:sp>
      <p:sp>
        <p:nvSpPr>
          <p:cNvPr id="23" name="Rectangle 22"/>
          <p:cNvSpPr/>
          <p:nvPr/>
        </p:nvSpPr>
        <p:spPr>
          <a:xfrm>
            <a:off x="256032" y="3803904"/>
            <a:ext cx="822960" cy="56692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56032" y="3803904"/>
            <a:ext cx="822960" cy="566928"/>
          </a:xfrm>
          <a:prstGeom prst="rect">
            <a:avLst/>
          </a:prstGeom>
          <a:noFill/>
        </p:spPr>
        <p:txBody>
          <a:bodyPr wrap="square" anchor="ctr" lIns="45720" rIns="45720" tIns="27432" bIns="27432">
            <a:spAutoFit/>
          </a:bodyPr>
          <a:lstStyle/>
          <a:p>
            <a:pPr algn="ctr">
              <a:spcAft>
                <a:spcPts val="300"/>
              </a:spcAft>
            </a:pPr>
            <a:r>
              <a:rPr b="1" sz="1100">
                <a:solidFill>
                  <a:srgbClr val="FFFFFF"/>
                </a:solidFill>
                <a:latin typeface="Arial"/>
              </a:rPr>
              <a:t>End</a:t>
            </a:r>
          </a:p>
        </p:txBody>
      </p:sp>
      <p:sp>
        <p:nvSpPr>
          <p:cNvPr id="25" name="Rectangle 24"/>
          <p:cNvSpPr/>
          <p:nvPr/>
        </p:nvSpPr>
        <p:spPr>
          <a:xfrm>
            <a:off x="1115568" y="3803904"/>
            <a:ext cx="7772400" cy="56692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07008" y="3803904"/>
            <a:ext cx="1828800" cy="56692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Report + close</a:t>
            </a:r>
          </a:p>
        </p:txBody>
      </p:sp>
      <p:sp>
        <p:nvSpPr>
          <p:cNvPr id="27" name="TextBox 26"/>
          <p:cNvSpPr txBox="1"/>
          <p:nvPr/>
        </p:nvSpPr>
        <p:spPr>
          <a:xfrm>
            <a:off x="3017520" y="3803904"/>
            <a:ext cx="5806440" cy="56692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Summary to the human and in the task Description; close only if everything succeeded.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Guardrails that every skill repeats</a:t>
            </a:r>
          </a:p>
        </p:txBody>
      </p:sp>
      <p:sp>
        <p:nvSpPr>
          <p:cNvPr id="3" name="Rectangle 2"/>
          <p:cNvSpPr/>
          <p:nvPr/>
        </p:nvSpPr>
        <p:spPr>
          <a:xfrm>
            <a:off x="256032" y="100584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106070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One write target</a:t>
            </a:r>
          </a:p>
        </p:txBody>
      </p:sp>
      <p:sp>
        <p:nvSpPr>
          <p:cNvPr id="5" name="TextBox 4"/>
          <p:cNvSpPr txBox="1"/>
          <p:nvPr/>
        </p:nvSpPr>
        <p:spPr>
          <a:xfrm>
            <a:off x="329184" y="133502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Each agent may create or change exactly one kind of work item. Everything else is read-only.</a:t>
            </a:r>
          </a:p>
        </p:txBody>
      </p:sp>
      <p:sp>
        <p:nvSpPr>
          <p:cNvPr id="6" name="Rectangle 5"/>
          <p:cNvSpPr/>
          <p:nvPr/>
        </p:nvSpPr>
        <p:spPr>
          <a:xfrm>
            <a:off x="3154680" y="100584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227832" y="106070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Human gate</a:t>
            </a:r>
          </a:p>
        </p:txBody>
      </p:sp>
      <p:sp>
        <p:nvSpPr>
          <p:cNvPr id="8" name="TextBox 7"/>
          <p:cNvSpPr txBox="1"/>
          <p:nvPr/>
        </p:nvSpPr>
        <p:spPr>
          <a:xfrm>
            <a:off x="3227832" y="133502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Only items marked CONFIRMED or ACCEPTED move on. Never PENDING, REJECTED or unclear.</a:t>
            </a:r>
          </a:p>
        </p:txBody>
      </p:sp>
      <p:sp>
        <p:nvSpPr>
          <p:cNvPr id="9" name="Rectangle 8"/>
          <p:cNvSpPr/>
          <p:nvPr/>
        </p:nvSpPr>
        <p:spPr>
          <a:xfrm>
            <a:off x="6053328" y="100584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6480" y="106070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Credentials</a:t>
            </a:r>
          </a:p>
        </p:txBody>
      </p:sp>
      <p:sp>
        <p:nvSpPr>
          <p:cNvPr id="11" name="TextBox 10"/>
          <p:cNvSpPr txBox="1"/>
          <p:nvPr/>
        </p:nvSpPr>
        <p:spPr>
          <a:xfrm>
            <a:off x="6126480" y="133502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Never read .secrets/ or .env, never print tokens, invitation codes only as last 4 characters.</a:t>
            </a:r>
          </a:p>
        </p:txBody>
      </p:sp>
      <p:sp>
        <p:nvSpPr>
          <p:cNvPr id="12" name="Rectangle 11"/>
          <p:cNvSpPr/>
          <p:nvPr/>
        </p:nvSpPr>
        <p:spPr>
          <a:xfrm>
            <a:off x="256032" y="269748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29184" y="275234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Synthetic data</a:t>
            </a:r>
          </a:p>
        </p:txBody>
      </p:sp>
      <p:sp>
        <p:nvSpPr>
          <p:cNvPr id="14" name="TextBox 13"/>
          <p:cNvSpPr txBox="1"/>
          <p:nvPr/>
        </p:nvSpPr>
        <p:spPr>
          <a:xfrm>
            <a:off x="329184" y="302666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Run-tagged @example.test / example.com data; never touch seeded or demo records.</a:t>
            </a:r>
          </a:p>
        </p:txBody>
      </p:sp>
      <p:sp>
        <p:nvSpPr>
          <p:cNvPr id="15" name="Rectangle 14"/>
          <p:cNvSpPr/>
          <p:nvPr/>
        </p:nvSpPr>
        <p:spPr>
          <a:xfrm>
            <a:off x="3154680" y="269748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227832" y="275234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Transcribe, don't invent</a:t>
            </a:r>
          </a:p>
        </p:txBody>
      </p:sp>
      <p:sp>
        <p:nvSpPr>
          <p:cNvPr id="17" name="TextBox 16"/>
          <p:cNvSpPr txBox="1"/>
          <p:nvPr/>
        </p:nvSpPr>
        <p:spPr>
          <a:xfrm>
            <a:off x="3227832" y="302666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Every fact comes from the source file or work item; gaps go to Open Questions.</a:t>
            </a:r>
          </a:p>
        </p:txBody>
      </p:sp>
      <p:sp>
        <p:nvSpPr>
          <p:cNvPr id="18" name="Rectangle 17"/>
          <p:cNvSpPr/>
          <p:nvPr/>
        </p:nvSpPr>
        <p:spPr>
          <a:xfrm>
            <a:off x="6053328" y="2697480"/>
            <a:ext cx="274320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126480" y="2752344"/>
            <a:ext cx="2596896" cy="274320"/>
          </a:xfrm>
          <a:prstGeom prst="rect">
            <a:avLst/>
          </a:prstGeom>
          <a:noFill/>
        </p:spPr>
        <p:txBody>
          <a:bodyPr wrap="square" anchor="t" lIns="45720" rIns="45720" tIns="27432" bIns="27432">
            <a:spAutoFit/>
          </a:bodyPr>
          <a:lstStyle/>
          <a:p>
            <a:pPr>
              <a:spcAft>
                <a:spcPts val="300"/>
              </a:spcAft>
            </a:pPr>
            <a:r>
              <a:rPr b="1" sz="1100">
                <a:solidFill>
                  <a:srgbClr val="007734"/>
                </a:solidFill>
                <a:latin typeface="Arial"/>
              </a:rPr>
              <a:t>Hands off the app</a:t>
            </a:r>
          </a:p>
        </p:txBody>
      </p:sp>
      <p:sp>
        <p:nvSpPr>
          <p:cNvPr id="20" name="TextBox 19"/>
          <p:cNvSpPr txBox="1"/>
          <p:nvPr/>
        </p:nvSpPr>
        <p:spPr>
          <a:xfrm>
            <a:off x="6126480" y="3026664"/>
            <a:ext cx="2596896" cy="1097280"/>
          </a:xfrm>
          <a:prstGeom prst="rect">
            <a:avLst/>
          </a:prstGeom>
          <a:noFill/>
        </p:spPr>
        <p:txBody>
          <a:bodyPr wrap="square" anchor="t" lIns="45720" rIns="45720" tIns="27432" bIns="27432">
            <a:spAutoFit/>
          </a:bodyPr>
          <a:lstStyle/>
          <a:p>
            <a:pPr>
              <a:spcAft>
                <a:spcPts val="300"/>
              </a:spcAft>
            </a:pPr>
            <a:r>
              <a:rPr sz="1000">
                <a:solidFill>
                  <a:srgbClr val="003000"/>
                </a:solidFill>
                <a:latin typeface="Arial"/>
              </a:rPr>
              <a:t>Never edit backend/, frontend/, docs/, CLAUDE.md; never reset the stack; never commit.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Hand-offs and lessons</a:t>
            </a:r>
          </a:p>
        </p:txBody>
      </p:sp>
      <p:sp>
        <p:nvSpPr>
          <p:cNvPr id="3" name="Content Placeholder 2"/>
          <p:cNvSpPr>
            <a:spLocks noGrp="1"/>
          </p:cNvSpPr>
          <p:nvPr>
            <p:ph idx="1" sz="half"/>
          </p:nvPr>
        </p:nvSpPr>
        <p:spPr/>
        <p:txBody>
          <a:bodyPr wrap="square" anchor="t"/>
          <a:lstStyle/>
          <a:p>
            <a:pPr>
              <a:spcAft>
                <a:spcPts val="400"/>
              </a:spcAft>
            </a:pPr>
            <a:r>
              <a:rPr b="1" sz="1100"/>
              <a:t>Hand-offs between agents</a:t>
            </a:r>
          </a:p>
          <a:p>
            <a:pPr lvl="1">
              <a:spcAft>
                <a:spcPts val="400"/>
              </a:spcAft>
            </a:pPr>
            <a:r>
              <a:rPr sz="1000"/>
              <a:t>Files in archive/&lt;PBI_ID&gt;/ with a fixed format</a:t>
            </a:r>
          </a:p>
          <a:p>
            <a:pPr lvl="1">
              <a:spcAft>
                <a:spcPts val="400"/>
              </a:spcAft>
            </a:pPr>
            <a:r>
              <a:rPr sz="1000"/>
              <a:t>A </a:t>
            </a:r>
            <a:r>
              <a:rPr sz="1000">
                <a:solidFill>
                  <a:srgbClr val="007734"/>
                </a:solidFill>
                <a:latin typeface="Courier New"/>
              </a:rPr>
              <a:t>### Handoff</a:t>
            </a:r>
            <a:r>
              <a:rPr sz="1000"/>
              <a:t> section: what to verify first, run order</a:t>
            </a:r>
          </a:p>
          <a:p>
            <a:pPr lvl="1">
              <a:spcAft>
                <a:spcPts val="400"/>
              </a:spcAft>
            </a:pPr>
            <a:r>
              <a:rPr sz="1000"/>
              <a:t>Flags with exact spelling: </a:t>
            </a:r>
            <a:r>
              <a:rPr sz="1000">
                <a:solidFill>
                  <a:srgbClr val="007734"/>
                </a:solidFill>
                <a:latin typeface="Courier New"/>
              </a:rPr>
              <a:t>automate · regression · testcase</a:t>
            </a:r>
          </a:p>
          <a:p>
            <a:pPr lvl="1">
              <a:spcAft>
                <a:spcPts val="400"/>
              </a:spcAft>
            </a:pPr>
            <a:r>
              <a:rPr sz="1000"/>
              <a:t>Write-back of created ids makes every run idempotent</a:t>
            </a:r>
          </a:p>
          <a:p>
            <a:pPr lvl="1">
              <a:spcAft>
                <a:spcPts val="400"/>
              </a:spcAft>
            </a:pPr>
            <a:r>
              <a:rPr sz="1000"/>
              <a:t>A duplicate check in the tracker before every create</a:t>
            </a:r>
          </a:p>
        </p:txBody>
      </p:sp>
      <p:sp>
        <p:nvSpPr>
          <p:cNvPr id="4" name="Rectangle 3"/>
          <p:cNvSpPr/>
          <p:nvPr/>
        </p:nvSpPr>
        <p:spPr>
          <a:xfrm>
            <a:off x="4754880" y="1335024"/>
            <a:ext cx="4142232" cy="132588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850">
                <a:solidFill>
                  <a:srgbClr val="D6FF63"/>
                </a:solidFill>
                <a:latin typeface="Courier New"/>
              </a:rPr>
              <a:t># lessons/qa-planner-lessons.md</a:t>
            </a:r>
          </a:p>
          <a:p>
            <a:pPr algn="l">
              <a:spcAft>
                <a:spcPts val="0"/>
              </a:spcAft>
            </a:pPr>
            <a:r>
              <a:rPr sz="850">
                <a:solidFill>
                  <a:srgbClr val="D6FF63"/>
                </a:solidFill>
                <a:latin typeface="Courier New"/>
              </a:rPr>
              <a:t>## YYYY-MM-DD - &lt;short title&gt;</a:t>
            </a:r>
          </a:p>
          <a:p>
            <a:pPr algn="l">
              <a:spcAft>
                <a:spcPts val="0"/>
              </a:spcAft>
            </a:pPr>
            <a:r>
              <a:rPr sz="850">
                <a:solidFill>
                  <a:srgbClr val="FAFAE0"/>
                </a:solidFill>
                <a:latin typeface="Courier New"/>
              </a:rPr>
              <a:t>- Lesson: &lt;the rule&gt;</a:t>
            </a:r>
          </a:p>
          <a:p>
            <a:pPr algn="l">
              <a:spcAft>
                <a:spcPts val="0"/>
              </a:spcAft>
            </a:pPr>
            <a:r>
              <a:rPr sz="850">
                <a:solidFill>
                  <a:srgbClr val="FAFAE0"/>
                </a:solidFill>
                <a:latin typeface="Courier New"/>
              </a:rPr>
              <a:t>- Why: &lt;what went wrong or</a:t>
            </a:r>
          </a:p>
          <a:p>
            <a:pPr algn="l">
              <a:spcAft>
                <a:spcPts val="0"/>
              </a:spcAft>
            </a:pPr>
            <a:r>
              <a:rPr sz="850">
                <a:solidFill>
                  <a:srgbClr val="FAFAE0"/>
                </a:solidFill>
                <a:latin typeface="Courier New"/>
              </a:rPr>
              <a:t>  what the user said&gt;</a:t>
            </a:r>
          </a:p>
          <a:p>
            <a:pPr algn="l">
              <a:spcAft>
                <a:spcPts val="0"/>
              </a:spcAft>
            </a:pPr>
            <a:r>
              <a:rPr sz="850">
                <a:solidFill>
                  <a:srgbClr val="FAFAE0"/>
                </a:solidFill>
                <a:latin typeface="Courier New"/>
              </a:rPr>
              <a:t>- How to apply: &lt;when and how</a:t>
            </a:r>
          </a:p>
          <a:p>
            <a:pPr algn="l">
              <a:spcAft>
                <a:spcPts val="0"/>
              </a:spcAft>
            </a:pPr>
            <a:r>
              <a:rPr sz="850">
                <a:solidFill>
                  <a:srgbClr val="FAFAE0"/>
                </a:solidFill>
                <a:latin typeface="Courier New"/>
              </a:rPr>
              <a:t>  it changes the plan&gt;</a:t>
            </a:r>
          </a:p>
        </p:txBody>
      </p:sp>
      <p:sp>
        <p:nvSpPr>
          <p:cNvPr id="5" name="TextBox 4"/>
          <p:cNvSpPr txBox="1"/>
          <p:nvPr/>
        </p:nvSpPr>
        <p:spPr>
          <a:xfrm>
            <a:off x="4754880" y="2788920"/>
            <a:ext cx="4142232" cy="1005840"/>
          </a:xfrm>
          <a:prstGeom prst="rect">
            <a:avLst/>
          </a:prstGeom>
          <a:noFill/>
        </p:spPr>
        <p:txBody>
          <a:bodyPr wrap="square" anchor="t" lIns="45720" rIns="45720" tIns="27432" bIns="27432">
            <a:spAutoFit/>
          </a:bodyPr>
          <a:lstStyle/>
          <a:p>
            <a:pPr>
              <a:spcAft>
                <a:spcPts val="300"/>
              </a:spcAft>
            </a:pPr>
            <a:r>
              <a:rPr sz="950">
                <a:solidFill>
                  <a:srgbClr val="003000"/>
                </a:solidFill>
                <a:latin typeface="Arial"/>
              </a:rPr>
              <a:t>Read at step 0. A lesson overrides the general guidance, </a:t>
            </a:r>
            <a:r>
              <a:rPr b="1" sz="950">
                <a:solidFill>
                  <a:srgbClr val="003000"/>
                </a:solidFill>
                <a:latin typeface="Arial"/>
              </a:rPr>
              <a:t>never the guardrails</a:t>
            </a:r>
            <a:r>
              <a:rPr sz="950">
                <a:solidFill>
                  <a:srgbClr val="003000"/>
                </a:solidFill>
                <a:latin typeface="Arial"/>
              </a:rPr>
              <a:t>.</a:t>
            </a:r>
          </a:p>
          <a:p>
            <a:pPr>
              <a:spcAft>
                <a:spcPts val="300"/>
              </a:spcAft>
            </a:pPr>
            <a:r>
              <a:rPr sz="950">
                <a:solidFill>
                  <a:srgbClr val="003000"/>
                </a:solidFill>
                <a:latin typeface="Arial"/>
              </a:rPr>
              <a:t>Only human corrections are added — never lessons the agent inferred itself.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skill template you can copy</a:t>
            </a:r>
          </a:p>
        </p:txBody>
      </p:sp>
      <p:sp>
        <p:nvSpPr>
          <p:cNvPr id="3" name="Rectangle 2"/>
          <p:cNvSpPr/>
          <p:nvPr/>
        </p:nvSpPr>
        <p:spPr>
          <a:xfrm>
            <a:off x="256032" y="914400"/>
            <a:ext cx="4251960" cy="3657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FAFAE0"/>
                </a:solidFill>
                <a:latin typeface="Courier New"/>
              </a:rPr>
              <a:t>---</a:t>
            </a:r>
          </a:p>
          <a:p>
            <a:pPr algn="l">
              <a:spcAft>
                <a:spcPts val="0"/>
              </a:spcAft>
            </a:pPr>
            <a:r>
              <a:rPr sz="780">
                <a:solidFill>
                  <a:srgbClr val="FAFAE0"/>
                </a:solidFill>
                <a:latin typeface="Courier New"/>
              </a:rPr>
              <a:t>name: my-skill</a:t>
            </a:r>
          </a:p>
          <a:p>
            <a:pPr algn="l">
              <a:spcAft>
                <a:spcPts val="0"/>
              </a:spcAft>
            </a:pPr>
            <a:r>
              <a:rPr sz="780">
                <a:solidFill>
                  <a:srgbClr val="FAFAE0"/>
                </a:solidFill>
                <a:latin typeface="Courier New"/>
              </a:rPr>
              <a:t>description: &lt;What it reads&gt;, &lt;what it</a:t>
            </a:r>
          </a:p>
          <a:p>
            <a:pPr algn="l">
              <a:spcAft>
                <a:spcPts val="0"/>
              </a:spcAft>
            </a:pPr>
            <a:r>
              <a:rPr sz="780">
                <a:solidFill>
                  <a:srgbClr val="FAFAE0"/>
                </a:solidFill>
                <a:latin typeface="Courier New"/>
              </a:rPr>
              <a:t>  writes&gt;, &lt;where it tracks the work&gt;.</a:t>
            </a:r>
          </a:p>
          <a:p>
            <a:pPr algn="l">
              <a:spcAft>
                <a:spcPts val="0"/>
              </a:spcAft>
            </a:pPr>
            <a:r>
              <a:rPr sz="780">
                <a:solidFill>
                  <a:srgbClr val="FAFAE0"/>
                </a:solidFill>
                <a:latin typeface="Courier New"/>
              </a:rPr>
              <a:t>---</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My Skill</a:t>
            </a:r>
          </a:p>
          <a:p>
            <a:pPr algn="l">
              <a:spcAft>
                <a:spcPts val="0"/>
              </a:spcAft>
            </a:pPr>
            <a:r>
              <a:rPr sz="780">
                <a:solidFill>
                  <a:srgbClr val="FAFAE0"/>
                </a:solidFill>
                <a:latin typeface="Courier New"/>
              </a:rPr>
              <a:t>&lt;Role: the step after X, before Y.&gt;</a:t>
            </a:r>
          </a:p>
          <a:p>
            <a:pPr algn="l">
              <a:spcAft>
                <a:spcPts val="0"/>
              </a:spcAft>
            </a:pPr>
            <a:r>
              <a:rPr sz="780">
                <a:solidFill>
                  <a:srgbClr val="FAFAE0"/>
                </a:solidFill>
                <a:latin typeface="Courier New"/>
              </a:rPr>
              <a:t> </a:t>
            </a:r>
          </a:p>
          <a:p>
            <a:pPr algn="l">
              <a:spcAft>
                <a:spcPts val="0"/>
              </a:spcAft>
            </a:pPr>
            <a:r>
              <a:rPr sz="780">
                <a:solidFill>
                  <a:srgbClr val="FAFAE0"/>
                </a:solidFill>
                <a:latin typeface="Courier New"/>
              </a:rPr>
              <a:t>**System under test:** &lt;URLs, tracker&gt;.</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References (load only when needed)</a:t>
            </a:r>
          </a:p>
          <a:p>
            <a:pPr algn="l">
              <a:spcAft>
                <a:spcPts val="0"/>
              </a:spcAft>
            </a:pPr>
            <a:r>
              <a:rPr sz="780">
                <a:solidFill>
                  <a:srgbClr val="FAFAE0"/>
                </a:solidFill>
                <a:latin typeface="Courier New"/>
              </a:rPr>
              <a:t>| File                  | When        |</a:t>
            </a:r>
          </a:p>
          <a:p>
            <a:pPr algn="l">
              <a:spcAft>
                <a:spcPts val="0"/>
              </a:spcAft>
            </a:pPr>
            <a:r>
              <a:rPr sz="780">
                <a:solidFill>
                  <a:srgbClr val="FAFAE0"/>
                </a:solidFill>
                <a:latin typeface="Courier New"/>
              </a:rPr>
              <a:t>|-----------------------|-------------|</a:t>
            </a:r>
          </a:p>
          <a:p>
            <a:pPr algn="l">
              <a:spcAft>
                <a:spcPts val="0"/>
              </a:spcAft>
            </a:pPr>
            <a:r>
              <a:rPr sz="780">
                <a:solidFill>
                  <a:srgbClr val="FAFAE0"/>
                </a:solidFill>
                <a:latin typeface="Courier New"/>
              </a:rPr>
              <a:t>| references/&lt;file&gt;.md  | Step &lt;n&gt;    |</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Inputs</a:t>
            </a:r>
          </a:p>
          <a:p>
            <a:pPr algn="l">
              <a:spcAft>
                <a:spcPts val="0"/>
              </a:spcAft>
            </a:pPr>
            <a:r>
              <a:rPr sz="780">
                <a:solidFill>
                  <a:srgbClr val="FAFAE0"/>
                </a:solidFill>
                <a:latin typeface="Courier New"/>
              </a:rPr>
              <a:t>- `&lt;Verb&gt; &lt;ID&gt;` - &lt;default scope&gt;</a:t>
            </a:r>
          </a:p>
          <a:p>
            <a:pPr algn="l">
              <a:spcAft>
                <a:spcPts val="0"/>
              </a:spcAft>
            </a:pPr>
            <a:r>
              <a:rPr sz="780">
                <a:solidFill>
                  <a:srgbClr val="FAFAE0"/>
                </a:solidFill>
                <a:latin typeface="Courier New"/>
              </a:rPr>
              <a:t>- `&lt;Verb&gt; &lt;ID&gt; dry run` - no writes</a:t>
            </a:r>
          </a:p>
        </p:txBody>
      </p:sp>
      <p:sp>
        <p:nvSpPr>
          <p:cNvPr id="4" name="Rectangle 3"/>
          <p:cNvSpPr/>
          <p:nvPr/>
        </p:nvSpPr>
        <p:spPr>
          <a:xfrm>
            <a:off x="4645152" y="914400"/>
            <a:ext cx="4251960" cy="3657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D6FF63"/>
                </a:solidFill>
                <a:latin typeface="Courier New"/>
              </a:rPr>
              <a:t>## Tools / MCP servers</a:t>
            </a:r>
          </a:p>
          <a:p>
            <a:pPr algn="l">
              <a:spcAft>
                <a:spcPts val="0"/>
              </a:spcAft>
            </a:pPr>
            <a:r>
              <a:rPr sz="780">
                <a:solidFill>
                  <a:srgbClr val="FAFAE0"/>
                </a:solidFill>
                <a:latin typeface="Courier New"/>
              </a:rPr>
              <a:t>- `&lt;server&gt;` - read: ... write ONLY: ...</a:t>
            </a:r>
          </a:p>
          <a:p>
            <a:pPr algn="l">
              <a:spcAft>
                <a:spcPts val="0"/>
              </a:spcAft>
            </a:pPr>
            <a:r>
              <a:rPr sz="780">
                <a:solidFill>
                  <a:srgbClr val="FAFAE0"/>
                </a:solidFill>
                <a:latin typeface="Courier New"/>
              </a:rPr>
              <a:t>- Nothing else: no &lt;tool families&gt;.</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Workflow</a:t>
            </a:r>
          </a:p>
          <a:p>
            <a:pPr algn="l">
              <a:spcAft>
                <a:spcPts val="0"/>
              </a:spcAft>
            </a:pPr>
            <a:r>
              <a:rPr sz="780">
                <a:solidFill>
                  <a:srgbClr val="FAFAE0"/>
                </a:solidFill>
                <a:latin typeface="Courier New"/>
              </a:rPr>
              <a:t>0. Lessons + board: resolve, in progress.</a:t>
            </a:r>
          </a:p>
          <a:p>
            <a:pPr algn="l">
              <a:spcAft>
                <a:spcPts val="0"/>
              </a:spcAft>
            </a:pPr>
            <a:r>
              <a:rPr sz="780">
                <a:solidFill>
                  <a:srgbClr val="FAFAE0"/>
                </a:solidFill>
                <a:latin typeface="Courier New"/>
              </a:rPr>
              <a:t>1. &lt;step&gt; (references/&lt;file&gt;.md)</a:t>
            </a:r>
          </a:p>
          <a:p>
            <a:pPr algn="l">
              <a:spcAft>
                <a:spcPts val="0"/>
              </a:spcAft>
            </a:pPr>
            <a:r>
              <a:rPr sz="780">
                <a:solidFill>
                  <a:srgbClr val="FAFAE0"/>
                </a:solidFill>
                <a:latin typeface="Courier New"/>
              </a:rPr>
              <a:t>2. &lt;step&gt; - none found -&gt; say so, stop.</a:t>
            </a:r>
          </a:p>
          <a:p>
            <a:pPr algn="l">
              <a:spcAft>
                <a:spcPts val="0"/>
              </a:spcAft>
            </a:pPr>
            <a:r>
              <a:rPr sz="780">
                <a:solidFill>
                  <a:srgbClr val="FAFAE0"/>
                </a:solidFill>
                <a:latin typeface="Courier New"/>
              </a:rPr>
              <a:t>N. Report to the human; close the task.</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Guardrails</a:t>
            </a:r>
          </a:p>
          <a:p>
            <a:pPr algn="l">
              <a:spcAft>
                <a:spcPts val="0"/>
              </a:spcAft>
            </a:pPr>
            <a:r>
              <a:rPr sz="780">
                <a:solidFill>
                  <a:srgbClr val="FAFAE0"/>
                </a:solidFill>
                <a:latin typeface="Courier New"/>
              </a:rPr>
              <a:t>- &lt;the only thing it may write&gt;</a:t>
            </a:r>
          </a:p>
          <a:p>
            <a:pPr algn="l">
              <a:spcAft>
                <a:spcPts val="0"/>
              </a:spcAft>
            </a:pPr>
            <a:r>
              <a:rPr sz="780">
                <a:solidFill>
                  <a:srgbClr val="FAFAE0"/>
                </a:solidFill>
                <a:latin typeface="Courier New"/>
              </a:rPr>
              <a:t>- No credentials, synthetic data only.</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Lessons</a:t>
            </a:r>
          </a:p>
          <a:p>
            <a:pPr algn="l">
              <a:spcAft>
                <a:spcPts val="0"/>
              </a:spcAft>
            </a:pPr>
            <a:r>
              <a:rPr sz="780">
                <a:solidFill>
                  <a:srgbClr val="FAFAE0"/>
                </a:solidFill>
                <a:latin typeface="Courier New"/>
              </a:rPr>
              <a:t>Append to lessons/my-skill-lessons.md</a:t>
            </a:r>
          </a:p>
          <a:p>
            <a:pPr algn="l">
              <a:spcAft>
                <a:spcPts val="0"/>
              </a:spcAft>
            </a:pPr>
            <a:r>
              <a:rPr sz="780">
                <a:solidFill>
                  <a:srgbClr val="FAFAE0"/>
                </a:solidFill>
                <a:latin typeface="Courier New"/>
              </a:rPr>
              <a:t>only when a human corrects you.</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Example</a:t>
            </a:r>
          </a:p>
          <a:p>
            <a:pPr algn="l">
              <a:spcAft>
                <a:spcPts val="0"/>
              </a:spcAft>
            </a:pPr>
            <a:r>
              <a:rPr sz="780">
                <a:solidFill>
                  <a:srgbClr val="FAFAE0"/>
                </a:solidFill>
                <a:latin typeface="Courier New"/>
              </a:rPr>
              <a:t>User: "&lt;Verb&gt; 123." -&gt; &lt;what happens&gt;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 before you ship a skill</a:t>
            </a:r>
          </a:p>
        </p:txBody>
      </p:sp>
      <p:sp>
        <p:nvSpPr>
          <p:cNvPr id="3" name="Content Placeholder 2"/>
          <p:cNvSpPr>
            <a:spLocks noGrp="1"/>
          </p:cNvSpPr>
          <p:nvPr>
            <p:ph idx="1"/>
          </p:nvPr>
        </p:nvSpPr>
        <p:spPr>
          <a:xfrm>
            <a:ext cx="8641080" cy="0"/>
          </a:xfrm>
        </p:spPr>
        <p:txBody>
          <a:bodyPr wrap="square" anchor="t"/>
          <a:lstStyle/>
          <a:p>
            <a:pPr>
              <a:spcAft>
                <a:spcPts val="500"/>
              </a:spcAft>
            </a:pPr>
            <a:r>
              <a:rPr sz="1100"/>
              <a:t>1.  Description says </a:t>
            </a:r>
            <a:r>
              <a:rPr b="1" sz="1100"/>
              <a:t>what it reads, writes and tracks</a:t>
            </a:r>
            <a:r>
              <a:rPr sz="1100"/>
              <a:t> — and matches the agent's description.</a:t>
            </a:r>
          </a:p>
          <a:p>
            <a:pPr>
              <a:spcAft>
                <a:spcPts val="500"/>
              </a:spcAft>
            </a:pPr>
            <a:r>
              <a:rPr sz="1100"/>
              <a:t>2.  SKILL.md under ~200 lines; detail moved to </a:t>
            </a:r>
            <a:r>
              <a:rPr sz="1100">
                <a:solidFill>
                  <a:srgbClr val="007734"/>
                </a:solidFill>
                <a:latin typeface="Courier New"/>
              </a:rPr>
              <a:t>references/</a:t>
            </a:r>
            <a:r>
              <a:rPr sz="1100"/>
              <a:t>, each tied to a step.</a:t>
            </a:r>
          </a:p>
          <a:p>
            <a:pPr>
              <a:spcAft>
                <a:spcPts val="500"/>
              </a:spcAft>
            </a:pPr>
            <a:r>
              <a:rPr sz="1100"/>
              <a:t>3.  Inputs are exact commands, with subset and </a:t>
            </a:r>
            <a:r>
              <a:rPr b="1" sz="1100"/>
              <a:t>dry run</a:t>
            </a:r>
            <a:r>
              <a:rPr sz="1100"/>
              <a:t> variants.</a:t>
            </a:r>
          </a:p>
          <a:p>
            <a:pPr>
              <a:spcAft>
                <a:spcPts val="500"/>
              </a:spcAft>
            </a:pPr>
            <a:r>
              <a:rPr sz="1100"/>
              <a:t>4.  Every tool has a read scope, a write scope and a negative list.</a:t>
            </a:r>
          </a:p>
          <a:p>
            <a:pPr>
              <a:spcAft>
                <a:spcPts val="500"/>
              </a:spcAft>
            </a:pPr>
            <a:r>
              <a:rPr sz="1100"/>
              <a:t>5.  Workflow is numbered, with stop conditions, a verification step and bounded retries.</a:t>
            </a:r>
          </a:p>
          <a:p>
            <a:pPr>
              <a:spcAft>
                <a:spcPts val="500"/>
              </a:spcAft>
            </a:pPr>
            <a:r>
              <a:rPr sz="1100"/>
              <a:t>6.  Guardrails cover: the single write target, credentials, data, the human gate.</a:t>
            </a:r>
          </a:p>
          <a:p>
            <a:pPr>
              <a:spcAft>
                <a:spcPts val="500"/>
              </a:spcAft>
            </a:pPr>
            <a:r>
              <a:rPr sz="1100"/>
              <a:t>7.  Lessons file exists with its format; one realistic example at the end.</a:t>
            </a:r>
          </a:p>
          <a:p>
            <a:pPr>
              <a:spcAft>
                <a:spcPts val="500"/>
              </a:spcAft>
            </a:pPr>
            <a:r>
              <a:rPr sz="1100"/>
              <a:t>8.  The agent's </a:t>
            </a:r>
            <a:r>
              <a:rPr sz="1100">
                <a:solidFill>
                  <a:srgbClr val="007734"/>
                </a:solidFill>
                <a:latin typeface="Courier New"/>
              </a:rPr>
              <a:t>tools:</a:t>
            </a:r>
            <a:r>
              <a:rPr sz="1100"/>
              <a:t> list contains </a:t>
            </a:r>
            <a:r>
              <a:rPr b="1" sz="1100"/>
              <a:t>only</a:t>
            </a:r>
            <a:r>
              <a:rPr sz="1100"/>
              <a:t> what the skill needs.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Commands</a:t>
            </a:r>
            <a:br/>
            <a:r>
              <a:rPr i="1">
                <a:latin typeface="Times New Roman"/>
              </a:rPr>
              <a:t>and configuration.</a:t>
            </a:r>
          </a:p>
        </p:txBody>
      </p:sp>
      <p:sp>
        <p:nvSpPr>
          <p:cNvPr id="3" name="Text Placeholder 2"/>
          <p:cNvSpPr>
            <a:spLocks noGrp="1"/>
          </p:cNvSpPr>
          <p:nvPr>
            <p:ph type="body" idx="13" sz="quarter"/>
          </p:nvPr>
        </p:nvSpPr>
        <p:spPr/>
        <p:txBody>
          <a:bodyPr wrap="square" anchor="t"/>
          <a:lstStyle/>
          <a:p>
            <a:pPr>
              <a:spcAft>
                <a:spcPts val="400"/>
              </a:spcAft>
            </a:pPr>
            <a:r>
              <a:rPr sz="1100"/>
              <a:t>Adding MCP servers, calling an agent, and granting permissions to files and MCP tools.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Adding MCP servers — .mcp.json</a:t>
            </a:r>
          </a:p>
        </p:txBody>
      </p:sp>
      <p:sp>
        <p:nvSpPr>
          <p:cNvPr id="3" name="Rectangle 2"/>
          <p:cNvSpPr/>
          <p:nvPr/>
        </p:nvSpPr>
        <p:spPr>
          <a:xfrm>
            <a:off x="256032" y="914400"/>
            <a:ext cx="4663440" cy="3657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800">
                <a:solidFill>
                  <a:srgbClr val="D6FF63"/>
                </a:solidFill>
                <a:latin typeface="Courier New"/>
              </a:rPr>
              <a:t>// automation/.mcp.json (shortened)</a:t>
            </a:r>
          </a:p>
          <a:p>
            <a:pPr algn="l">
              <a:spcAft>
                <a:spcPts val="0"/>
              </a:spcAft>
            </a:pPr>
            <a:r>
              <a:rPr sz="800">
                <a:solidFill>
                  <a:srgbClr val="FAFAE0"/>
                </a:solidFill>
                <a:latin typeface="Courier New"/>
              </a:rPr>
              <a:t>{</a:t>
            </a:r>
          </a:p>
          <a:p>
            <a:pPr algn="l">
              <a:spcAft>
                <a:spcPts val="0"/>
              </a:spcAft>
            </a:pPr>
            <a:r>
              <a:rPr sz="800">
                <a:solidFill>
                  <a:srgbClr val="FAFAE0"/>
                </a:solidFill>
                <a:latin typeface="Courier New"/>
              </a:rPr>
              <a:t>  "mcpServers": {</a:t>
            </a:r>
          </a:p>
          <a:p>
            <a:pPr algn="l">
              <a:spcAft>
                <a:spcPts val="0"/>
              </a:spcAft>
            </a:pPr>
            <a:r>
              <a:rPr sz="800">
                <a:solidFill>
                  <a:srgbClr val="FAFAE0"/>
                </a:solidFill>
                <a:latin typeface="Courier New"/>
              </a:rPr>
              <a:t>    "azure-devops": {</a:t>
            </a:r>
          </a:p>
          <a:p>
            <a:pPr algn="l">
              <a:spcAft>
                <a:spcPts val="0"/>
              </a:spcAft>
            </a:pPr>
            <a:r>
              <a:rPr sz="800">
                <a:solidFill>
                  <a:srgbClr val="FAFAE0"/>
                </a:solidFill>
                <a:latin typeface="Courier New"/>
              </a:rPr>
              <a:t>      "type": "stdio",</a:t>
            </a:r>
          </a:p>
          <a:p>
            <a:pPr algn="l">
              <a:spcAft>
                <a:spcPts val="0"/>
              </a:spcAft>
            </a:pPr>
            <a:r>
              <a:rPr sz="800">
                <a:solidFill>
                  <a:srgbClr val="FAFAE0"/>
                </a:solidFill>
                <a:latin typeface="Courier New"/>
              </a:rPr>
              <a:t>      "command": "npx",</a:t>
            </a:r>
          </a:p>
          <a:p>
            <a:pPr algn="l">
              <a:spcAft>
                <a:spcPts val="0"/>
              </a:spcAft>
            </a:pPr>
            <a:r>
              <a:rPr sz="800">
                <a:solidFill>
                  <a:srgbClr val="FAFAE0"/>
                </a:solidFill>
                <a:latin typeface="Courier New"/>
              </a:rPr>
              <a:t>      "args": ["-y", "@azure-devops/mcp",</a:t>
            </a:r>
          </a:p>
          <a:p>
            <a:pPr algn="l">
              <a:spcAft>
                <a:spcPts val="0"/>
              </a:spcAft>
            </a:pPr>
            <a:r>
              <a:rPr sz="800">
                <a:solidFill>
                  <a:srgbClr val="FAFAE0"/>
                </a:solidFill>
                <a:latin typeface="Courier New"/>
              </a:rPr>
              <a:t>               "demo-app-gabi",</a:t>
            </a:r>
          </a:p>
          <a:p>
            <a:pPr algn="l">
              <a:spcAft>
                <a:spcPts val="0"/>
              </a:spcAft>
            </a:pPr>
            <a:r>
              <a:rPr sz="800">
                <a:solidFill>
                  <a:srgbClr val="FAFAE0"/>
                </a:solidFill>
                <a:latin typeface="Courier New"/>
              </a:rPr>
              <a:t>               "--authentication", "pat"],</a:t>
            </a:r>
          </a:p>
          <a:p>
            <a:pPr algn="l">
              <a:spcAft>
                <a:spcPts val="0"/>
              </a:spcAft>
            </a:pPr>
            <a:r>
              <a:rPr sz="800">
                <a:solidFill>
                  <a:srgbClr val="FAFAE0"/>
                </a:solidFill>
                <a:latin typeface="Courier New"/>
              </a:rPr>
              <a:t>      "env": {</a:t>
            </a:r>
          </a:p>
          <a:p>
            <a:pPr algn="l">
              <a:spcAft>
                <a:spcPts val="0"/>
              </a:spcAft>
            </a:pPr>
            <a:r>
              <a:rPr sz="800">
                <a:solidFill>
                  <a:srgbClr val="FAFAE0"/>
                </a:solidFill>
                <a:latin typeface="Courier New"/>
              </a:rPr>
              <a:t>        "PERSONAL_ACCESS_TOKEN":</a:t>
            </a:r>
          </a:p>
          <a:p>
            <a:pPr algn="l">
              <a:spcAft>
                <a:spcPts val="0"/>
              </a:spcAft>
            </a:pPr>
            <a:r>
              <a:rPr sz="800">
                <a:solidFill>
                  <a:srgbClr val="FAFAE0"/>
                </a:solidFill>
                <a:latin typeface="Courier New"/>
              </a:rPr>
              <a:t>          "${AZURE_DEVOPS_MCP_TOKEN}"</a:t>
            </a:r>
          </a:p>
          <a:p>
            <a:pPr algn="l">
              <a:spcAft>
                <a:spcPts val="0"/>
              </a:spcAft>
            </a:pPr>
            <a:r>
              <a:rPr sz="800">
                <a:solidFill>
                  <a:srgbClr val="FAFAE0"/>
                </a:solidFill>
                <a:latin typeface="Courier New"/>
              </a:rPr>
              <a:t>      }</a:t>
            </a:r>
          </a:p>
          <a:p>
            <a:pPr algn="l">
              <a:spcAft>
                <a:spcPts val="0"/>
              </a:spcAft>
            </a:pPr>
            <a:r>
              <a:rPr sz="800">
                <a:solidFill>
                  <a:srgbClr val="FAFAE0"/>
                </a:solidFill>
                <a:latin typeface="Courier New"/>
              </a:rPr>
              <a:t>    },</a:t>
            </a:r>
          </a:p>
          <a:p>
            <a:pPr algn="l">
              <a:spcAft>
                <a:spcPts val="0"/>
              </a:spcAft>
            </a:pPr>
            <a:r>
              <a:rPr sz="800">
                <a:solidFill>
                  <a:srgbClr val="FAFAE0"/>
                </a:solidFill>
                <a:latin typeface="Courier New"/>
              </a:rPr>
              <a:t>    "playwright": {</a:t>
            </a:r>
          </a:p>
          <a:p>
            <a:pPr algn="l">
              <a:spcAft>
                <a:spcPts val="0"/>
              </a:spcAft>
            </a:pPr>
            <a:r>
              <a:rPr sz="800">
                <a:solidFill>
                  <a:srgbClr val="FAFAE0"/>
                </a:solidFill>
                <a:latin typeface="Courier New"/>
              </a:rPr>
              <a:t>      "type": "stdio",</a:t>
            </a:r>
          </a:p>
          <a:p>
            <a:pPr algn="l">
              <a:spcAft>
                <a:spcPts val="0"/>
              </a:spcAft>
            </a:pPr>
            <a:r>
              <a:rPr sz="800">
                <a:solidFill>
                  <a:srgbClr val="FAFAE0"/>
                </a:solidFill>
                <a:latin typeface="Courier New"/>
              </a:rPr>
              <a:t>      "command": "npx",</a:t>
            </a:r>
          </a:p>
          <a:p>
            <a:pPr algn="l">
              <a:spcAft>
                <a:spcPts val="0"/>
              </a:spcAft>
            </a:pPr>
            <a:r>
              <a:rPr sz="800">
                <a:solidFill>
                  <a:srgbClr val="FAFAE0"/>
                </a:solidFill>
                <a:latin typeface="Courier New"/>
              </a:rPr>
              <a:t>      "args": ["-y", "@playwright/mcp@latest"]</a:t>
            </a:r>
          </a:p>
          <a:p>
            <a:pPr algn="l">
              <a:spcAft>
                <a:spcPts val="0"/>
              </a:spcAft>
            </a:pPr>
            <a:r>
              <a:rPr sz="800">
                <a:solidFill>
                  <a:srgbClr val="FAFAE0"/>
                </a:solidFill>
                <a:latin typeface="Courier New"/>
              </a:rPr>
              <a:t>    }</a:t>
            </a:r>
          </a:p>
          <a:p>
            <a:pPr algn="l">
              <a:spcAft>
                <a:spcPts val="0"/>
              </a:spcAft>
            </a:pPr>
            <a:r>
              <a:rPr sz="800">
                <a:solidFill>
                  <a:srgbClr val="FAFAE0"/>
                </a:solidFill>
                <a:latin typeface="Courier New"/>
              </a:rPr>
              <a:t>  }</a:t>
            </a:r>
          </a:p>
          <a:p>
            <a:pPr algn="l">
              <a:spcAft>
                <a:spcPts val="0"/>
              </a:spcAft>
            </a:pPr>
            <a:r>
              <a:rPr sz="800">
                <a:solidFill>
                  <a:srgbClr val="FAFAE0"/>
                </a:solidFill>
                <a:latin typeface="Courier New"/>
              </a:rPr>
              <a:t>}</a:t>
            </a:r>
          </a:p>
        </p:txBody>
      </p:sp>
      <p:sp>
        <p:nvSpPr>
          <p:cNvPr id="4" name="TextBox 3"/>
          <p:cNvSpPr txBox="1"/>
          <p:nvPr/>
        </p:nvSpPr>
        <p:spPr>
          <a:xfrm>
            <a:off x="5120640" y="914400"/>
            <a:ext cx="3749039" cy="3657600"/>
          </a:xfrm>
          <a:prstGeom prst="rect">
            <a:avLst/>
          </a:prstGeom>
          <a:noFill/>
        </p:spPr>
        <p:txBody>
          <a:bodyPr wrap="square" anchor="t">
            <a:spAutoFit/>
          </a:bodyPr>
          <a:lstStyle/>
          <a:p>
            <a:pPr>
              <a:spcAft>
                <a:spcPts val="400"/>
              </a:spcAft>
            </a:pPr>
            <a:r>
              <a:rPr b="1" sz="1000"/>
              <a:t>Project scope:</a:t>
            </a:r>
            <a:r>
              <a:rPr sz="1000"/>
              <a:t> </a:t>
            </a:r>
            <a:r>
              <a:rPr sz="1000">
                <a:solidFill>
                  <a:srgbClr val="007734"/>
                </a:solidFill>
                <a:latin typeface="Courier New"/>
              </a:rPr>
              <a:t>.mcp.json</a:t>
            </a:r>
            <a:r>
              <a:rPr sz="1000"/>
              <a:t> in the folder you start Claude from; committed and shared with the team.</a:t>
            </a:r>
          </a:p>
          <a:p>
            <a:pPr>
              <a:spcAft>
                <a:spcPts val="400"/>
              </a:spcAft>
            </a:pPr>
            <a:r>
              <a:rPr b="1" sz="1000"/>
              <a:t>Secrets:</a:t>
            </a:r>
            <a:r>
              <a:rPr sz="1000"/>
              <a:t> use </a:t>
            </a:r>
            <a:r>
              <a:rPr sz="1000">
                <a:solidFill>
                  <a:srgbClr val="007734"/>
                </a:solidFill>
                <a:latin typeface="Courier New"/>
              </a:rPr>
              <a:t>${VAR}</a:t>
            </a:r>
            <a:r>
              <a:rPr sz="1000"/>
              <a:t> expansion — the PAT comes from </a:t>
            </a:r>
            <a:r>
              <a:rPr sz="1000">
                <a:solidFill>
                  <a:srgbClr val="007734"/>
                </a:solidFill>
                <a:latin typeface="Courier New"/>
              </a:rPr>
              <a:t>AZURE_DEVOPS_MCP_TOKEN</a:t>
            </a:r>
            <a:r>
              <a:rPr sz="1000"/>
              <a:t>, never from the file.</a:t>
            </a:r>
          </a:p>
          <a:p>
            <a:pPr>
              <a:spcAft>
                <a:spcPts val="400"/>
              </a:spcAft>
            </a:pPr>
            <a:r>
              <a:rPr b="1" sz="1000"/>
              <a:t>Windows:</a:t>
            </a:r>
            <a:r>
              <a:rPr sz="1000"/>
              <a:t> wrap npx with </a:t>
            </a:r>
            <a:r>
              <a:rPr sz="1000">
                <a:solidFill>
                  <a:srgbClr val="007734"/>
                </a:solidFill>
                <a:latin typeface="Courier New"/>
              </a:rPr>
              <a:t>"command": "cmd", "args": ["/c", "npx", …]</a:t>
            </a:r>
            <a:r>
              <a:rPr sz="1000"/>
              <a:t> (as chrome-devtools-mcp does).</a:t>
            </a:r>
          </a:p>
          <a:p>
            <a:pPr>
              <a:spcAft>
                <a:spcPts val="400"/>
              </a:spcAft>
            </a:pPr>
            <a:r>
              <a:rPr b="1" sz="1000"/>
              <a:t>First start:</a:t>
            </a:r>
            <a:r>
              <a:rPr sz="1000"/>
              <a:t> Claude asks you to approve project servers; check them with </a:t>
            </a:r>
            <a:r>
              <a:rPr sz="1000">
                <a:solidFill>
                  <a:srgbClr val="007734"/>
                </a:solidFill>
                <a:latin typeface="Courier New"/>
              </a:rPr>
              <a:t>/mcp</a:t>
            </a:r>
            <a:r>
              <a:rPr sz="1000"/>
              <a:t>.</a:t>
            </a:r>
          </a:p>
          <a:p>
            <a:pPr>
              <a:spcAft>
                <a:spcPts val="400"/>
              </a:spcAft>
            </a:pPr>
            <a:r>
              <a:rPr sz="1000"/>
              <a:t>Tool names become </a:t>
            </a:r>
            <a:r>
              <a:rPr sz="1000">
                <a:solidFill>
                  <a:srgbClr val="007734"/>
                </a:solidFill>
                <a:latin typeface="Courier New"/>
              </a:rPr>
              <a:t>mcp__&lt;server&gt;__&lt;tool&gt;</a:t>
            </a:r>
            <a:r>
              <a:rPr sz="1000"/>
              <a:t>, e.g. </a:t>
            </a:r>
            <a:r>
              <a:rPr sz="1000">
                <a:solidFill>
                  <a:srgbClr val="007734"/>
                </a:solidFill>
                <a:latin typeface="Courier New"/>
              </a:rPr>
              <a:t>mcp__azure-devops__wit_work_item</a:t>
            </a:r>
            <a:r>
              <a:rPr sz="1000"/>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Adding MCP servers — the claude mcp CLI</a:t>
            </a:r>
          </a:p>
        </p:txBody>
      </p:sp>
      <p:sp>
        <p:nvSpPr>
          <p:cNvPr id="3" name="Rectangle 2"/>
          <p:cNvSpPr/>
          <p:nvPr/>
        </p:nvSpPr>
        <p:spPr>
          <a:xfrm>
            <a:off x="256032" y="914400"/>
            <a:ext cx="5120640" cy="233172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D6FF63"/>
                </a:solidFill>
                <a:latin typeface="Courier New"/>
              </a:rPr>
              <a:t># stdio server, shared with the team (.mcp.json)</a:t>
            </a:r>
          </a:p>
          <a:p>
            <a:pPr algn="l">
              <a:spcAft>
                <a:spcPts val="0"/>
              </a:spcAft>
            </a:pPr>
            <a:r>
              <a:rPr sz="780">
                <a:solidFill>
                  <a:srgbClr val="FAFAE0"/>
                </a:solidFill>
                <a:latin typeface="Courier New"/>
              </a:rPr>
              <a:t>claude mcp add --scope project playwright \</a:t>
            </a:r>
          </a:p>
          <a:p>
            <a:pPr algn="l">
              <a:spcAft>
                <a:spcPts val="0"/>
              </a:spcAft>
            </a:pPr>
            <a:r>
              <a:rPr sz="780">
                <a:solidFill>
                  <a:srgbClr val="FAFAE0"/>
                </a:solidFill>
                <a:latin typeface="Courier New"/>
              </a:rPr>
              <a:t>  -- npx -y @playwright/mcp@latest</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with an environment variable</a:t>
            </a:r>
          </a:p>
          <a:p>
            <a:pPr algn="l">
              <a:spcAft>
                <a:spcPts val="0"/>
              </a:spcAft>
            </a:pPr>
            <a:r>
              <a:rPr sz="780">
                <a:solidFill>
                  <a:srgbClr val="FAFAE0"/>
                </a:solidFill>
                <a:latin typeface="Courier New"/>
              </a:rPr>
              <a:t>claude mcp add --scope project swagger \</a:t>
            </a:r>
          </a:p>
          <a:p>
            <a:pPr algn="l">
              <a:spcAft>
                <a:spcPts val="0"/>
              </a:spcAft>
            </a:pPr>
            <a:r>
              <a:rPr sz="780">
                <a:solidFill>
                  <a:srgbClr val="FAFAE0"/>
                </a:solidFill>
                <a:latin typeface="Courier New"/>
              </a:rPr>
              <a:t>  -e SPEC_URL=http://localhost:5080/swagger/v1/swagger.json \</a:t>
            </a:r>
          </a:p>
          <a:p>
            <a:pPr algn="l">
              <a:spcAft>
                <a:spcPts val="0"/>
              </a:spcAft>
            </a:pPr>
            <a:r>
              <a:rPr sz="780">
                <a:solidFill>
                  <a:srgbClr val="FAFAE0"/>
                </a:solidFill>
                <a:latin typeface="Courier New"/>
              </a:rPr>
              <a:t>  -- node ./mcps/swagger/dist/index.js</a:t>
            </a:r>
          </a:p>
          <a:p>
            <a:pPr algn="l">
              <a:spcAft>
                <a:spcPts val="0"/>
              </a:spcAft>
            </a:pPr>
            <a:r>
              <a:rPr sz="780">
                <a:solidFill>
                  <a:srgbClr val="FAFAE0"/>
                </a:solidFill>
                <a:latin typeface="Courier New"/>
              </a:rPr>
              <a:t> </a:t>
            </a:r>
          </a:p>
          <a:p>
            <a:pPr algn="l">
              <a:spcAft>
                <a:spcPts val="0"/>
              </a:spcAft>
            </a:pPr>
            <a:r>
              <a:rPr sz="780">
                <a:solidFill>
                  <a:srgbClr val="D6FF63"/>
                </a:solidFill>
                <a:latin typeface="Courier New"/>
              </a:rPr>
              <a:t># remote HTTP server</a:t>
            </a:r>
          </a:p>
          <a:p>
            <a:pPr algn="l">
              <a:spcAft>
                <a:spcPts val="0"/>
              </a:spcAft>
            </a:pPr>
            <a:r>
              <a:rPr sz="780">
                <a:solidFill>
                  <a:srgbClr val="FAFAE0"/>
                </a:solidFill>
                <a:latin typeface="Courier New"/>
              </a:rPr>
              <a:t>claude mcp add --transport http &lt;name&gt; &lt;https-url&gt;</a:t>
            </a:r>
          </a:p>
        </p:txBody>
      </p:sp>
      <p:sp>
        <p:nvSpPr>
          <p:cNvPr id="4" name="Rectangle 3"/>
          <p:cNvSpPr/>
          <p:nvPr/>
        </p:nvSpPr>
        <p:spPr>
          <a:xfrm>
            <a:off x="256032" y="3337560"/>
            <a:ext cx="5120640" cy="123444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FAFAE0"/>
                </a:solidFill>
                <a:latin typeface="Courier New"/>
              </a:rPr>
              <a:t>claude mcp list            # all servers + status</a:t>
            </a:r>
          </a:p>
          <a:p>
            <a:pPr algn="l">
              <a:spcAft>
                <a:spcPts val="0"/>
              </a:spcAft>
            </a:pPr>
            <a:r>
              <a:rPr sz="780">
                <a:solidFill>
                  <a:srgbClr val="FAFAE0"/>
                </a:solidFill>
                <a:latin typeface="Courier New"/>
              </a:rPr>
              <a:t>claude mcp get playwright  # details of one server</a:t>
            </a:r>
          </a:p>
          <a:p>
            <a:pPr algn="l">
              <a:spcAft>
                <a:spcPts val="0"/>
              </a:spcAft>
            </a:pPr>
            <a:r>
              <a:rPr sz="780">
                <a:solidFill>
                  <a:srgbClr val="FAFAE0"/>
                </a:solidFill>
                <a:latin typeface="Courier New"/>
              </a:rPr>
              <a:t>claude mcp remove playwright</a:t>
            </a:r>
          </a:p>
          <a:p>
            <a:pPr algn="l">
              <a:spcAft>
                <a:spcPts val="0"/>
              </a:spcAft>
            </a:pPr>
            <a:r>
              <a:rPr sz="780">
                <a:solidFill>
                  <a:srgbClr val="FAFAE0"/>
                </a:solidFill>
                <a:latin typeface="Courier New"/>
              </a:rPr>
              <a:t>/mcp                       # inside a session: status, re-auth</a:t>
            </a:r>
          </a:p>
        </p:txBody>
      </p:sp>
      <p:graphicFrame>
        <p:nvGraphicFramePr>
          <p:cNvPr id="5" name="Table 4"/>
          <p:cNvGraphicFramePr>
            <a:graphicFrameLocks noGrp="1"/>
          </p:cNvGraphicFramePr>
          <p:nvPr/>
        </p:nvGraphicFramePr>
        <p:xfrm>
          <a:off x="5577840" y="914400"/>
          <a:ext cx="3291840" cy="2194560"/>
        </p:xfrm>
        <a:graphic>
          <a:graphicData uri="http://schemas.openxmlformats.org/drawingml/2006/table">
            <a:tbl>
              <a:tblPr firstRow="0" bandRow="0"/>
              <a:tblGrid>
                <a:gridCol w="1143000"/>
                <a:gridCol w="2148840"/>
              </a:tblGrid>
              <a:tr h="548640">
                <a:tc>
                  <a:txBody>
                    <a:bodyPr wrap="square"/>
                    <a:lstStyle/>
                    <a:p>
                      <a:r>
                        <a:rPr b="1" sz="850">
                          <a:solidFill>
                            <a:srgbClr val="FFFFFF"/>
                          </a:solidFill>
                          <a:latin typeface="Arial"/>
                        </a:rPr>
                        <a:t>Scope</a:t>
                      </a:r>
                    </a:p>
                  </a:txBody>
                  <a:tcPr marL="54864" marR="54864" marT="22860" marB="22860" anchor="ctr">
                    <a:solidFill>
                      <a:srgbClr val="00C200"/>
                    </a:solidFill>
                  </a:tcPr>
                </a:tc>
                <a:tc>
                  <a:txBody>
                    <a:bodyPr wrap="square"/>
                    <a:lstStyle/>
                    <a:p>
                      <a:r>
                        <a:rPr b="1" sz="850">
                          <a:solidFill>
                            <a:srgbClr val="FFFFFF"/>
                          </a:solidFill>
                          <a:latin typeface="Arial"/>
                        </a:rPr>
                        <a:t>Stored in / visible to</a:t>
                      </a:r>
                    </a:p>
                  </a:txBody>
                  <a:tcPr marL="54864" marR="54864" marT="22860" marB="22860" anchor="ctr">
                    <a:solidFill>
                      <a:srgbClr val="00C200"/>
                    </a:solidFill>
                  </a:tcPr>
                </a:tc>
              </a:tr>
              <a:tr h="548640">
                <a:tc>
                  <a:txBody>
                    <a:bodyPr wrap="square"/>
                    <a:lstStyle/>
                    <a:p>
                      <a:r>
                        <a:rPr sz="850">
                          <a:solidFill>
                            <a:srgbClr val="007734"/>
                          </a:solidFill>
                          <a:latin typeface="Courier New"/>
                        </a:rPr>
                        <a:t>local</a:t>
                      </a:r>
                      <a:r>
                        <a:rPr sz="850">
                          <a:solidFill>
                            <a:srgbClr val="003000"/>
                          </a:solidFill>
                          <a:latin typeface="Arial"/>
                        </a:rPr>
                        <a:t> (default)</a:t>
                      </a:r>
                    </a:p>
                  </a:txBody>
                  <a:tcPr marL="54864" marR="54864" marT="22860" marB="22860" anchor="ctr">
                    <a:solidFill>
                      <a:srgbClr val="FFFFFF"/>
                    </a:solidFill>
                  </a:tcPr>
                </a:tc>
                <a:tc>
                  <a:txBody>
                    <a:bodyPr wrap="square"/>
                    <a:lstStyle/>
                    <a:p>
                      <a:r>
                        <a:rPr sz="850">
                          <a:solidFill>
                            <a:srgbClr val="003000"/>
                          </a:solidFill>
                          <a:latin typeface="Arial"/>
                        </a:rPr>
                        <a:t>~/.claude.json · only you, this project</a:t>
                      </a:r>
                    </a:p>
                  </a:txBody>
                  <a:tcPr marL="54864" marR="54864" marT="22860" marB="22860" anchor="ctr">
                    <a:solidFill>
                      <a:srgbClr val="FFFFFF"/>
                    </a:solidFill>
                  </a:tcPr>
                </a:tc>
              </a:tr>
              <a:tr h="548640">
                <a:tc>
                  <a:txBody>
                    <a:bodyPr wrap="square"/>
                    <a:lstStyle/>
                    <a:p>
                      <a:r>
                        <a:rPr sz="850">
                          <a:solidFill>
                            <a:srgbClr val="007734"/>
                          </a:solidFill>
                          <a:latin typeface="Courier New"/>
                        </a:rPr>
                        <a:t>project</a:t>
                      </a:r>
                    </a:p>
                  </a:txBody>
                  <a:tcPr marL="54864" marR="54864" marT="22860" marB="22860" anchor="ctr">
                    <a:solidFill>
                      <a:srgbClr val="EEF4DE"/>
                    </a:solidFill>
                  </a:tcPr>
                </a:tc>
                <a:tc>
                  <a:txBody>
                    <a:bodyPr wrap="square"/>
                    <a:lstStyle/>
                    <a:p>
                      <a:r>
                        <a:rPr sz="850">
                          <a:solidFill>
                            <a:srgbClr val="003000"/>
                          </a:solidFill>
                          <a:latin typeface="Arial"/>
                        </a:rPr>
                        <a:t>.mcp.json · everyone who clones the repo</a:t>
                      </a:r>
                    </a:p>
                  </a:txBody>
                  <a:tcPr marL="54864" marR="54864" marT="22860" marB="22860" anchor="ctr">
                    <a:solidFill>
                      <a:srgbClr val="EEF4DE"/>
                    </a:solidFill>
                  </a:tcPr>
                </a:tc>
              </a:tr>
              <a:tr h="548640">
                <a:tc>
                  <a:txBody>
                    <a:bodyPr wrap="square"/>
                    <a:lstStyle/>
                    <a:p>
                      <a:r>
                        <a:rPr sz="850">
                          <a:solidFill>
                            <a:srgbClr val="007734"/>
                          </a:solidFill>
                          <a:latin typeface="Courier New"/>
                        </a:rPr>
                        <a:t>user</a:t>
                      </a:r>
                    </a:p>
                  </a:txBody>
                  <a:tcPr marL="54864" marR="54864" marT="22860" marB="22860" anchor="ctr">
                    <a:solidFill>
                      <a:srgbClr val="FFFFFF"/>
                    </a:solidFill>
                  </a:tcPr>
                </a:tc>
                <a:tc>
                  <a:txBody>
                    <a:bodyPr wrap="square"/>
                    <a:lstStyle/>
                    <a:p>
                      <a:r>
                        <a:rPr sz="850">
                          <a:solidFill>
                            <a:srgbClr val="003000"/>
                          </a:solidFill>
                          <a:latin typeface="Arial"/>
                        </a:rPr>
                        <a:t>~/.claude.json · only you, all projects</a:t>
                      </a:r>
                    </a:p>
                  </a:txBody>
                  <a:tcPr marL="54864" marR="54864" marT="22860" marB="22860" anchor="ctr">
                    <a:solidFill>
                      <a:srgbClr val="FFFFFF"/>
                    </a:solidFill>
                  </a:tcPr>
                </a:tc>
              </a:tr>
            </a:tbl>
          </a:graphicData>
        </a:graphic>
      </p:graphicFrame>
      <p:sp>
        <p:nvSpPr>
          <p:cNvPr id="6" name="TextBox 5"/>
          <p:cNvSpPr txBox="1"/>
          <p:nvPr/>
        </p:nvSpPr>
        <p:spPr>
          <a:xfrm>
            <a:off x="5577840" y="3246120"/>
            <a:ext cx="3291840" cy="1280160"/>
          </a:xfrm>
          <a:prstGeom prst="rect">
            <a:avLst/>
          </a:prstGeom>
          <a:noFill/>
        </p:spPr>
        <p:txBody>
          <a:bodyPr wrap="square" anchor="t" lIns="45720" rIns="45720" tIns="27432" bIns="27432">
            <a:spAutoFit/>
          </a:bodyPr>
          <a:lstStyle/>
          <a:p>
            <a:pPr>
              <a:spcAft>
                <a:spcPts val="300"/>
              </a:spcAft>
            </a:pPr>
            <a:r>
              <a:rPr sz="950">
                <a:solidFill>
                  <a:srgbClr val="003000"/>
                </a:solidFill>
                <a:latin typeface="Arial"/>
              </a:rPr>
              <a:t>Everything after </a:t>
            </a:r>
            <a:r>
              <a:rPr sz="950">
                <a:solidFill>
                  <a:srgbClr val="007734"/>
                </a:solidFill>
                <a:latin typeface="Courier New"/>
              </a:rPr>
              <a:t>--</a:t>
            </a:r>
            <a:r>
              <a:rPr sz="950">
                <a:solidFill>
                  <a:srgbClr val="003000"/>
                </a:solidFill>
                <a:latin typeface="Arial"/>
              </a:rPr>
              <a:t> is the server command.</a:t>
            </a:r>
          </a:p>
          <a:p>
            <a:pPr>
              <a:spcAft>
                <a:spcPts val="300"/>
              </a:spcAft>
            </a:pPr>
            <a:r>
              <a:rPr sz="950">
                <a:solidFill>
                  <a:srgbClr val="003000"/>
                </a:solidFill>
                <a:latin typeface="Arial"/>
              </a:rPr>
              <a:t>Use </a:t>
            </a:r>
            <a:r>
              <a:rPr sz="950">
                <a:solidFill>
                  <a:srgbClr val="007734"/>
                </a:solidFill>
                <a:latin typeface="Courier New"/>
              </a:rPr>
              <a:t>project</a:t>
            </a:r>
            <a:r>
              <a:rPr sz="950">
                <a:solidFill>
                  <a:srgbClr val="003000"/>
                </a:solidFill>
                <a:latin typeface="Arial"/>
              </a:rPr>
              <a:t> for the QA servers so every agent run uses the same configuration.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Calling an agent</a:t>
            </a:r>
          </a:p>
        </p:txBody>
      </p:sp>
      <p:sp>
        <p:nvSpPr>
          <p:cNvPr id="3" name="Rectangle 2"/>
          <p:cNvSpPr/>
          <p:nvPr/>
        </p:nvSpPr>
        <p:spPr>
          <a:xfrm>
            <a:off x="256032" y="914400"/>
            <a:ext cx="4846320" cy="109728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830">
                <a:solidFill>
                  <a:srgbClr val="FAFAE0"/>
                </a:solidFill>
                <a:latin typeface="Courier New"/>
              </a:rPr>
              <a:t>@agent-qa-planner Plan Story 112</a:t>
            </a:r>
          </a:p>
          <a:p>
            <a:pPr algn="l">
              <a:spcAft>
                <a:spcPts val="0"/>
              </a:spcAft>
            </a:pPr>
            <a:r>
              <a:rPr sz="830">
                <a:solidFill>
                  <a:srgbClr val="FAFAE0"/>
                </a:solidFill>
                <a:latin typeface="Courier New"/>
              </a:rPr>
              <a:t>@agent-qa-explorer Explore Story 112</a:t>
            </a:r>
          </a:p>
          <a:p>
            <a:pPr algn="l">
              <a:spcAft>
                <a:spcPts val="0"/>
              </a:spcAft>
            </a:pPr>
            <a:r>
              <a:rPr sz="830">
                <a:solidFill>
                  <a:srgbClr val="FAFAE0"/>
                </a:solidFill>
                <a:latin typeface="Courier New"/>
              </a:rPr>
              <a:t>@agent-qa-test-case-writer Write test cases 112 dry run</a:t>
            </a:r>
          </a:p>
          <a:p>
            <a:pPr algn="l">
              <a:spcAft>
                <a:spcPts val="0"/>
              </a:spcAft>
            </a:pPr>
            <a:r>
              <a:rPr sz="830">
                <a:solidFill>
                  <a:srgbClr val="FAFAE0"/>
                </a:solidFill>
                <a:latin typeface="Courier New"/>
              </a:rPr>
              <a:t>@agent-qa-bug-reporter Report bugs 112 BUG-01 BUG-03</a:t>
            </a:r>
          </a:p>
          <a:p>
            <a:pPr algn="l">
              <a:spcAft>
                <a:spcPts val="0"/>
              </a:spcAft>
            </a:pPr>
            <a:r>
              <a:rPr sz="830">
                <a:solidFill>
                  <a:srgbClr val="FAFAE0"/>
                </a:solidFill>
                <a:latin typeface="Courier New"/>
              </a:rPr>
              <a:t>@agent-qa-automator Automate PBI#50</a:t>
            </a:r>
          </a:p>
        </p:txBody>
      </p:sp>
      <p:sp>
        <p:nvSpPr>
          <p:cNvPr id="4" name="TextBox 3"/>
          <p:cNvSpPr txBox="1"/>
          <p:nvPr/>
        </p:nvSpPr>
        <p:spPr>
          <a:xfrm>
            <a:off x="256032" y="2194560"/>
            <a:ext cx="4846320" cy="1920240"/>
          </a:xfrm>
          <a:prstGeom prst="rect">
            <a:avLst/>
          </a:prstGeom>
          <a:noFill/>
        </p:spPr>
        <p:txBody>
          <a:bodyPr wrap="square" anchor="t">
            <a:spAutoFit/>
          </a:bodyPr>
          <a:lstStyle/>
          <a:p>
            <a:pPr>
              <a:spcAft>
                <a:spcPts val="400"/>
              </a:spcAft>
            </a:pPr>
            <a:r>
              <a:rPr sz="1000"/>
              <a:t>Type </a:t>
            </a:r>
            <a:r>
              <a:rPr sz="1000">
                <a:solidFill>
                  <a:srgbClr val="007734"/>
                </a:solidFill>
                <a:latin typeface="Courier New"/>
              </a:rPr>
              <a:t>@</a:t>
            </a:r>
            <a:r>
              <a:rPr sz="1000"/>
              <a:t>, pick the agent from the list (shown as </a:t>
            </a:r>
            <a:r>
              <a:rPr b="1" sz="1000"/>
              <a:t>agent-&lt;name&gt;</a:t>
            </a:r>
            <a:r>
              <a:rPr sz="1000"/>
              <a:t>), then write the task in the skill's input format.</a:t>
            </a:r>
          </a:p>
          <a:p>
            <a:pPr>
              <a:spcAft>
                <a:spcPts val="400"/>
              </a:spcAft>
            </a:pPr>
            <a:r>
              <a:rPr sz="1000"/>
              <a:t>The mention guarantees that this agent runs; it works in its own context and returns a report.</a:t>
            </a:r>
          </a:p>
          <a:p>
            <a:pPr>
              <a:spcAft>
                <a:spcPts val="400"/>
              </a:spcAft>
            </a:pPr>
            <a:r>
              <a:rPr sz="1000"/>
              <a:t>Natural language also works: “Use the qa-planner agent to plan Story 112”.</a:t>
            </a:r>
          </a:p>
        </p:txBody>
      </p:sp>
      <p:graphicFrame>
        <p:nvGraphicFramePr>
          <p:cNvPr id="5" name="Table 4"/>
          <p:cNvGraphicFramePr>
            <a:graphicFrameLocks noGrp="1"/>
          </p:cNvGraphicFramePr>
          <p:nvPr/>
        </p:nvGraphicFramePr>
        <p:xfrm>
          <a:off x="5303520" y="914400"/>
          <a:ext cx="3566160" cy="2514600"/>
        </p:xfrm>
        <a:graphic>
          <a:graphicData uri="http://schemas.openxmlformats.org/drawingml/2006/table">
            <a:tbl>
              <a:tblPr firstRow="0" bandRow="0"/>
              <a:tblGrid>
                <a:gridCol w="1463040"/>
                <a:gridCol w="2103120"/>
              </a:tblGrid>
              <a:tr h="502920">
                <a:tc>
                  <a:txBody>
                    <a:bodyPr wrap="square"/>
                    <a:lstStyle/>
                    <a:p>
                      <a:r>
                        <a:rPr b="1" sz="850">
                          <a:solidFill>
                            <a:srgbClr val="FFFFFF"/>
                          </a:solidFill>
                          <a:latin typeface="Arial"/>
                        </a:rPr>
                        <a:t>Command</a:t>
                      </a:r>
                    </a:p>
                  </a:txBody>
                  <a:tcPr marL="54864" marR="54864" marT="22860" marB="22860" anchor="ctr">
                    <a:solidFill>
                      <a:srgbClr val="00C200"/>
                    </a:solidFill>
                  </a:tcPr>
                </a:tc>
                <a:tc>
                  <a:txBody>
                    <a:bodyPr wrap="square"/>
                    <a:lstStyle/>
                    <a:p>
                      <a:r>
                        <a:rPr b="1" sz="850">
                          <a:solidFill>
                            <a:srgbClr val="FFFFFF"/>
                          </a:solidFill>
                          <a:latin typeface="Arial"/>
                        </a:rPr>
                        <a:t>What it does</a:t>
                      </a:r>
                    </a:p>
                  </a:txBody>
                  <a:tcPr marL="54864" marR="54864" marT="22860" marB="22860" anchor="ctr">
                    <a:solidFill>
                      <a:srgbClr val="00C200"/>
                    </a:solidFill>
                  </a:tcPr>
                </a:tc>
              </a:tr>
              <a:tr h="502920">
                <a:tc>
                  <a:txBody>
                    <a:bodyPr wrap="square"/>
                    <a:lstStyle/>
                    <a:p>
                      <a:r>
                        <a:rPr sz="850">
                          <a:solidFill>
                            <a:srgbClr val="007734"/>
                          </a:solidFill>
                          <a:latin typeface="Courier New"/>
                        </a:rPr>
                        <a:t>@agent-&lt;name&gt; &lt;task&gt;</a:t>
                      </a:r>
                    </a:p>
                  </a:txBody>
                  <a:tcPr marL="54864" marR="54864" marT="22860" marB="22860" anchor="ctr">
                    <a:solidFill>
                      <a:srgbClr val="FFFFFF"/>
                    </a:solidFill>
                  </a:tcPr>
                </a:tc>
                <a:tc>
                  <a:txBody>
                    <a:bodyPr wrap="square"/>
                    <a:lstStyle/>
                    <a:p>
                      <a:r>
                        <a:rPr sz="850">
                          <a:solidFill>
                            <a:srgbClr val="003000"/>
                          </a:solidFill>
                          <a:latin typeface="Arial"/>
                        </a:rPr>
                        <a:t>Run that agent with a task</a:t>
                      </a:r>
                    </a:p>
                  </a:txBody>
                  <a:tcPr marL="54864" marR="54864" marT="22860" marB="22860" anchor="ctr">
                    <a:solidFill>
                      <a:srgbClr val="FFFFFF"/>
                    </a:solidFill>
                  </a:tcPr>
                </a:tc>
              </a:tr>
              <a:tr h="502920">
                <a:tc>
                  <a:txBody>
                    <a:bodyPr wrap="square"/>
                    <a:lstStyle/>
                    <a:p>
                      <a:r>
                        <a:rPr sz="850">
                          <a:solidFill>
                            <a:srgbClr val="007734"/>
                          </a:solidFill>
                          <a:latin typeface="Courier New"/>
                        </a:rPr>
                        <a:t>/agents</a:t>
                      </a:r>
                    </a:p>
                  </a:txBody>
                  <a:tcPr marL="54864" marR="54864" marT="22860" marB="22860" anchor="ctr">
                    <a:solidFill>
                      <a:srgbClr val="EEF4DE"/>
                    </a:solidFill>
                  </a:tcPr>
                </a:tc>
                <a:tc>
                  <a:txBody>
                    <a:bodyPr wrap="square"/>
                    <a:lstStyle/>
                    <a:p>
                      <a:r>
                        <a:rPr sz="850">
                          <a:solidFill>
                            <a:srgbClr val="003000"/>
                          </a:solidFill>
                          <a:latin typeface="Arial"/>
                        </a:rPr>
                        <a:t>List, create, edit agents and their tools</a:t>
                      </a:r>
                    </a:p>
                  </a:txBody>
                  <a:tcPr marL="54864" marR="54864" marT="22860" marB="22860" anchor="ctr">
                    <a:solidFill>
                      <a:srgbClr val="EEF4DE"/>
                    </a:solidFill>
                  </a:tcPr>
                </a:tc>
              </a:tr>
              <a:tr h="502920">
                <a:tc>
                  <a:txBody>
                    <a:bodyPr wrap="square"/>
                    <a:lstStyle/>
                    <a:p>
                      <a:r>
                        <a:rPr sz="850">
                          <a:solidFill>
                            <a:srgbClr val="007734"/>
                          </a:solidFill>
                          <a:latin typeface="Courier New"/>
                        </a:rPr>
                        <a:t>/&lt;skill-name&gt; &lt;args&gt;</a:t>
                      </a:r>
                    </a:p>
                  </a:txBody>
                  <a:tcPr marL="54864" marR="54864" marT="22860" marB="22860" anchor="ctr">
                    <a:solidFill>
                      <a:srgbClr val="FFFFFF"/>
                    </a:solidFill>
                  </a:tcPr>
                </a:tc>
                <a:tc>
                  <a:txBody>
                    <a:bodyPr wrap="square"/>
                    <a:lstStyle/>
                    <a:p>
                      <a:r>
                        <a:rPr sz="850">
                          <a:solidFill>
                            <a:srgbClr val="003000"/>
                          </a:solidFill>
                          <a:latin typeface="Arial"/>
                        </a:rPr>
                        <a:t>Run a skill in the current session, e.g. /qa-planner</a:t>
                      </a:r>
                    </a:p>
                  </a:txBody>
                  <a:tcPr marL="54864" marR="54864" marT="22860" marB="22860" anchor="ctr">
                    <a:solidFill>
                      <a:srgbClr val="FFFFFF"/>
                    </a:solidFill>
                  </a:tcPr>
                </a:tc>
              </a:tr>
              <a:tr h="502920">
                <a:tc>
                  <a:txBody>
                    <a:bodyPr wrap="square"/>
                    <a:lstStyle/>
                    <a:p>
                      <a:r>
                        <a:rPr sz="850">
                          <a:solidFill>
                            <a:srgbClr val="007734"/>
                          </a:solidFill>
                          <a:latin typeface="Courier New"/>
                        </a:rPr>
                        <a:t>/mcp</a:t>
                      </a:r>
                    </a:p>
                  </a:txBody>
                  <a:tcPr marL="54864" marR="54864" marT="22860" marB="22860" anchor="ctr">
                    <a:solidFill>
                      <a:srgbClr val="EEF4DE"/>
                    </a:solidFill>
                  </a:tcPr>
                </a:tc>
                <a:tc>
                  <a:txBody>
                    <a:bodyPr wrap="square"/>
                    <a:lstStyle/>
                    <a:p>
                      <a:r>
                        <a:rPr sz="850">
                          <a:solidFill>
                            <a:srgbClr val="003000"/>
                          </a:solidFill>
                          <a:latin typeface="Arial"/>
                        </a:rPr>
                        <a:t>Check that the agent's MCP servers are connected</a:t>
                      </a:r>
                    </a:p>
                  </a:txBody>
                  <a:tcPr marL="54864" marR="54864" marT="22860" marB="22860" anchor="ctr">
                    <a:solidFill>
                      <a:srgbClr val="EEF4DE"/>
                    </a:solidFill>
                  </a:tcPr>
                </a:tc>
              </a:tr>
            </a:tbl>
          </a:graphicData>
        </a:graphic>
      </p:graphicFrame>
      <p:sp>
        <p:nvSpPr>
          <p:cNvPr id="6" name="TextBox 5"/>
          <p:cNvSpPr txBox="1"/>
          <p:nvPr/>
        </p:nvSpPr>
        <p:spPr>
          <a:xfrm>
            <a:off x="5303520" y="3520440"/>
            <a:ext cx="3566160" cy="1005840"/>
          </a:xfrm>
          <a:prstGeom prst="rect">
            <a:avLst/>
          </a:prstGeom>
          <a:noFill/>
        </p:spPr>
        <p:txBody>
          <a:bodyPr wrap="square" anchor="t" lIns="45720" rIns="45720" tIns="27432" bIns="27432">
            <a:spAutoFit/>
          </a:bodyPr>
          <a:lstStyle/>
          <a:p>
            <a:pPr>
              <a:spcAft>
                <a:spcPts val="300"/>
              </a:spcAft>
            </a:pPr>
            <a:r>
              <a:rPr sz="950">
                <a:solidFill>
                  <a:srgbClr val="003000"/>
                </a:solidFill>
                <a:latin typeface="Arial"/>
              </a:rPr>
              <a:t>Tip: run agents one at a time along the pipeline, and do the human review (CONFIRMED / REJECTED) between explorer and writer/reporter.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Permissions — how this repo does it</a:t>
            </a:r>
          </a:p>
        </p:txBody>
      </p:sp>
      <p:sp>
        <p:nvSpPr>
          <p:cNvPr id="3" name="Rectangle 2"/>
          <p:cNvSpPr/>
          <p:nvPr/>
        </p:nvSpPr>
        <p:spPr>
          <a:xfrm>
            <a:off x="256032" y="914400"/>
            <a:ext cx="8641080" cy="65836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56032" y="914400"/>
            <a:ext cx="73152" cy="65836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11480" y="914400"/>
            <a:ext cx="2194560" cy="65836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Agent tools: allowlist</a:t>
            </a:r>
          </a:p>
        </p:txBody>
      </p:sp>
      <p:sp>
        <p:nvSpPr>
          <p:cNvPr id="6" name="TextBox 5"/>
          <p:cNvSpPr txBox="1"/>
          <p:nvPr/>
        </p:nvSpPr>
        <p:spPr>
          <a:xfrm>
            <a:off x="2651760" y="914400"/>
            <a:ext cx="6172200" cy="65836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Hard limit enforced by Claude Code. qa-bug-reporter gets Read, Glob, Grep, Edit, Skill, mcp__azure-devops — no Write, no Bash, no browser.</a:t>
            </a:r>
          </a:p>
        </p:txBody>
      </p:sp>
      <p:sp>
        <p:nvSpPr>
          <p:cNvPr id="7" name="Rectangle 6"/>
          <p:cNvSpPr/>
          <p:nvPr/>
        </p:nvSpPr>
        <p:spPr>
          <a:xfrm>
            <a:off x="256032" y="1645920"/>
            <a:ext cx="8641080" cy="65836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56032" y="1645920"/>
            <a:ext cx="73152" cy="65836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 y="1645920"/>
            <a:ext cx="2194560" cy="65836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MCP granularity</a:t>
            </a:r>
          </a:p>
        </p:txBody>
      </p:sp>
      <p:sp>
        <p:nvSpPr>
          <p:cNvPr id="10" name="TextBox 9"/>
          <p:cNvSpPr txBox="1"/>
          <p:nvPr/>
        </p:nvSpPr>
        <p:spPr>
          <a:xfrm>
            <a:off x="2651760" y="1645920"/>
            <a:ext cx="6172200" cy="658368"/>
          </a:xfrm>
          <a:prstGeom prst="rect">
            <a:avLst/>
          </a:prstGeom>
          <a:noFill/>
        </p:spPr>
        <p:txBody>
          <a:bodyPr wrap="square" anchor="ctr" lIns="45720" rIns="45720" tIns="27432" bIns="27432">
            <a:spAutoFit/>
          </a:bodyPr>
          <a:lstStyle/>
          <a:p>
            <a:pPr>
              <a:spcAft>
                <a:spcPts val="300"/>
              </a:spcAft>
            </a:pPr>
            <a:r>
              <a:rPr sz="950">
                <a:solidFill>
                  <a:srgbClr val="007734"/>
                </a:solidFill>
                <a:latin typeface="Courier New"/>
              </a:rPr>
              <a:t>mcp__azure-devops</a:t>
            </a:r>
            <a:r>
              <a:rPr sz="950">
                <a:solidFill>
                  <a:srgbClr val="003000"/>
                </a:solidFill>
                <a:latin typeface="Arial"/>
              </a:rPr>
              <a:t> = every tool of the server. </a:t>
            </a:r>
            <a:r>
              <a:rPr sz="950">
                <a:solidFill>
                  <a:srgbClr val="007734"/>
                </a:solidFill>
                <a:latin typeface="Courier New"/>
              </a:rPr>
              <a:t>mcp__azure-devops__wit_work_item</a:t>
            </a:r>
            <a:r>
              <a:rPr sz="950">
                <a:solidFill>
                  <a:srgbClr val="003000"/>
                </a:solidFill>
                <a:latin typeface="Arial"/>
              </a:rPr>
              <a:t> = one tool. The repo grants whole servers.</a:t>
            </a:r>
          </a:p>
        </p:txBody>
      </p:sp>
      <p:sp>
        <p:nvSpPr>
          <p:cNvPr id="11" name="Rectangle 10"/>
          <p:cNvSpPr/>
          <p:nvPr/>
        </p:nvSpPr>
        <p:spPr>
          <a:xfrm>
            <a:off x="256032" y="2377440"/>
            <a:ext cx="8641080" cy="65836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56032" y="2377440"/>
            <a:ext cx="73152" cy="65836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1480" y="2377440"/>
            <a:ext cx="2194560" cy="65836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permissionMode</a:t>
            </a:r>
          </a:p>
        </p:txBody>
      </p:sp>
      <p:sp>
        <p:nvSpPr>
          <p:cNvPr id="14" name="TextBox 13"/>
          <p:cNvSpPr txBox="1"/>
          <p:nvPr/>
        </p:nvSpPr>
        <p:spPr>
          <a:xfrm>
            <a:off x="2651760" y="2377440"/>
            <a:ext cx="6172200" cy="65836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All five agents use </a:t>
            </a:r>
            <a:r>
              <a:rPr sz="950">
                <a:solidFill>
                  <a:srgbClr val="007734"/>
                </a:solidFill>
                <a:latin typeface="Courier New"/>
              </a:rPr>
              <a:t>acceptEdits</a:t>
            </a:r>
            <a:r>
              <a:rPr sz="950">
                <a:solidFill>
                  <a:srgbClr val="003000"/>
                </a:solidFill>
                <a:latin typeface="Arial"/>
              </a:rPr>
              <a:t>: edits run without a prompt; Bash and MCP calls still follow the normal rules.</a:t>
            </a:r>
          </a:p>
        </p:txBody>
      </p:sp>
      <p:sp>
        <p:nvSpPr>
          <p:cNvPr id="15" name="Rectangle 14"/>
          <p:cNvSpPr/>
          <p:nvPr/>
        </p:nvSpPr>
        <p:spPr>
          <a:xfrm>
            <a:off x="256032" y="3108960"/>
            <a:ext cx="8641080" cy="65836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56032" y="3108960"/>
            <a:ext cx="73152" cy="65836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1480" y="3108960"/>
            <a:ext cx="2194560" cy="65836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Skill rules (soft)</a:t>
            </a:r>
          </a:p>
        </p:txBody>
      </p:sp>
      <p:sp>
        <p:nvSpPr>
          <p:cNvPr id="18" name="TextBox 17"/>
          <p:cNvSpPr txBox="1"/>
          <p:nvPr/>
        </p:nvSpPr>
        <p:spPr>
          <a:xfrm>
            <a:off x="2651760" y="3108960"/>
            <a:ext cx="6172200" cy="658368"/>
          </a:xfrm>
          <a:prstGeom prst="rect">
            <a:avLst/>
          </a:prstGeom>
          <a:noFill/>
        </p:spPr>
        <p:txBody>
          <a:bodyPr wrap="square" anchor="ctr" lIns="45720" rIns="45720" tIns="27432" bIns="27432">
            <a:spAutoFit/>
          </a:bodyPr>
          <a:lstStyle/>
          <a:p>
            <a:pPr>
              <a:spcAft>
                <a:spcPts val="300"/>
              </a:spcAft>
            </a:pPr>
            <a:r>
              <a:rPr sz="950">
                <a:solidFill>
                  <a:srgbClr val="003000"/>
                </a:solidFill>
                <a:latin typeface="Arial"/>
              </a:rPr>
              <a:t>Narrow the scope in prose: “Write/Edit only under archive/&lt;PBI_ID&gt;/”, “Bash only node tools/qa-login.mjs”.</a:t>
            </a:r>
          </a:p>
        </p:txBody>
      </p:sp>
      <p:sp>
        <p:nvSpPr>
          <p:cNvPr id="19" name="Rectangle 18"/>
          <p:cNvSpPr/>
          <p:nvPr/>
        </p:nvSpPr>
        <p:spPr>
          <a:xfrm>
            <a:off x="256032" y="3840480"/>
            <a:ext cx="8641080" cy="658368"/>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56032" y="3840480"/>
            <a:ext cx="73152" cy="658368"/>
          </a:xfrm>
          <a:prstGeom prst="rect">
            <a:avLst/>
          </a:prstGeom>
          <a:solidFill>
            <a:srgbClr val="00C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1480" y="3840480"/>
            <a:ext cx="2194560" cy="658368"/>
          </a:xfrm>
          <a:prstGeom prst="rect">
            <a:avLst/>
          </a:prstGeom>
          <a:noFill/>
        </p:spPr>
        <p:txBody>
          <a:bodyPr wrap="square" anchor="ctr" lIns="45720" rIns="45720" tIns="27432" bIns="27432">
            <a:spAutoFit/>
          </a:bodyPr>
          <a:lstStyle/>
          <a:p>
            <a:pPr>
              <a:spcAft>
                <a:spcPts val="300"/>
              </a:spcAft>
            </a:pPr>
            <a:r>
              <a:rPr b="1" sz="1000">
                <a:solidFill>
                  <a:srgbClr val="007734"/>
                </a:solidFill>
                <a:latin typeface="Arial"/>
              </a:rPr>
              <a:t>Files kept out of reach</a:t>
            </a:r>
          </a:p>
        </p:txBody>
      </p:sp>
      <p:sp>
        <p:nvSpPr>
          <p:cNvPr id="22" name="TextBox 21"/>
          <p:cNvSpPr txBox="1"/>
          <p:nvPr/>
        </p:nvSpPr>
        <p:spPr>
          <a:xfrm>
            <a:off x="2651760" y="3840480"/>
            <a:ext cx="6172200" cy="658368"/>
          </a:xfrm>
          <a:prstGeom prst="rect">
            <a:avLst/>
          </a:prstGeom>
          <a:noFill/>
        </p:spPr>
        <p:txBody>
          <a:bodyPr wrap="square" anchor="ctr" lIns="45720" rIns="45720" tIns="27432" bIns="27432">
            <a:spAutoFit/>
          </a:bodyPr>
          <a:lstStyle/>
          <a:p>
            <a:pPr>
              <a:spcAft>
                <a:spcPts val="300"/>
              </a:spcAft>
            </a:pPr>
            <a:r>
              <a:rPr sz="950">
                <a:solidFill>
                  <a:srgbClr val="007734"/>
                </a:solidFill>
                <a:latin typeface="Courier New"/>
              </a:rPr>
              <a:t>.gitignore</a:t>
            </a:r>
            <a:r>
              <a:rPr sz="950">
                <a:solidFill>
                  <a:srgbClr val="003000"/>
                </a:solidFill>
                <a:latin typeface="Arial"/>
              </a:rPr>
              <a:t> excludes archive/ and .secrets/; qa-login.mjs reads the secrets so the model never has to.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Permissions — settings.json rules</a:t>
            </a:r>
          </a:p>
        </p:txBody>
      </p:sp>
      <p:sp>
        <p:nvSpPr>
          <p:cNvPr id="3" name="Rectangle 2"/>
          <p:cNvSpPr/>
          <p:nvPr/>
        </p:nvSpPr>
        <p:spPr>
          <a:xfrm>
            <a:off x="256032" y="914400"/>
            <a:ext cx="4846320" cy="3657600"/>
          </a:xfrm>
          <a:prstGeom prst="rect">
            <a:avLst/>
          </a:prstGeom>
          <a:solidFill>
            <a:srgbClr val="003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0"/>
              </a:spcAft>
            </a:pPr>
            <a:r>
              <a:rPr sz="780">
                <a:solidFill>
                  <a:srgbClr val="D6FF63"/>
                </a:solidFill>
                <a:latin typeface="Courier New"/>
              </a:rPr>
              <a:t>// automation/.claude/settings.json</a:t>
            </a:r>
          </a:p>
          <a:p>
            <a:pPr algn="l">
              <a:spcAft>
                <a:spcPts val="0"/>
              </a:spcAft>
            </a:pPr>
            <a:r>
              <a:rPr sz="780">
                <a:solidFill>
                  <a:srgbClr val="FAFAE0"/>
                </a:solidFill>
                <a:latin typeface="Courier New"/>
              </a:rPr>
              <a:t>{</a:t>
            </a:r>
          </a:p>
          <a:p>
            <a:pPr algn="l">
              <a:spcAft>
                <a:spcPts val="0"/>
              </a:spcAft>
            </a:pPr>
            <a:r>
              <a:rPr sz="780">
                <a:solidFill>
                  <a:srgbClr val="FAFAE0"/>
                </a:solidFill>
                <a:latin typeface="Courier New"/>
              </a:rPr>
              <a:t>  "permissions": {</a:t>
            </a:r>
          </a:p>
          <a:p>
            <a:pPr algn="l">
              <a:spcAft>
                <a:spcPts val="0"/>
              </a:spcAft>
            </a:pPr>
            <a:r>
              <a:rPr sz="780">
                <a:solidFill>
                  <a:srgbClr val="FAFAE0"/>
                </a:solidFill>
                <a:latin typeface="Courier New"/>
              </a:rPr>
              <a:t>    "allow": [</a:t>
            </a:r>
          </a:p>
          <a:p>
            <a:pPr algn="l">
              <a:spcAft>
                <a:spcPts val="0"/>
              </a:spcAft>
            </a:pPr>
            <a:r>
              <a:rPr sz="780">
                <a:solidFill>
                  <a:srgbClr val="FAFAE0"/>
                </a:solidFill>
                <a:latin typeface="Courier New"/>
              </a:rPr>
              <a:t>      "Bash(node tools/qa-login.mjs:*)",</a:t>
            </a:r>
          </a:p>
          <a:p>
            <a:pPr algn="l">
              <a:spcAft>
                <a:spcPts val="0"/>
              </a:spcAft>
            </a:pPr>
            <a:r>
              <a:rPr sz="780">
                <a:solidFill>
                  <a:srgbClr val="FAFAE0"/>
                </a:solidFill>
                <a:latin typeface="Courier New"/>
              </a:rPr>
              <a:t>      "Bash(npm --prefix fe_automation test:*)",</a:t>
            </a:r>
          </a:p>
          <a:p>
            <a:pPr algn="l">
              <a:spcAft>
                <a:spcPts val="0"/>
              </a:spcAft>
            </a:pPr>
            <a:r>
              <a:rPr sz="780">
                <a:solidFill>
                  <a:srgbClr val="FAFAE0"/>
                </a:solidFill>
                <a:latin typeface="Courier New"/>
              </a:rPr>
              <a:t>      "Read(../docs/**)",</a:t>
            </a:r>
          </a:p>
          <a:p>
            <a:pPr algn="l">
              <a:spcAft>
                <a:spcPts val="0"/>
              </a:spcAft>
            </a:pPr>
            <a:r>
              <a:rPr sz="780">
                <a:solidFill>
                  <a:srgbClr val="FAFAE0"/>
                </a:solidFill>
                <a:latin typeface="Courier New"/>
              </a:rPr>
              <a:t>      "mcp__swagger",</a:t>
            </a:r>
          </a:p>
          <a:p>
            <a:pPr algn="l">
              <a:spcAft>
                <a:spcPts val="0"/>
              </a:spcAft>
            </a:pPr>
            <a:r>
              <a:rPr sz="780">
                <a:solidFill>
                  <a:srgbClr val="FAFAE0"/>
                </a:solidFill>
                <a:latin typeface="Courier New"/>
              </a:rPr>
              <a:t>      "mcp__azure-devops__wit_work_item"</a:t>
            </a:r>
          </a:p>
          <a:p>
            <a:pPr algn="l">
              <a:spcAft>
                <a:spcPts val="0"/>
              </a:spcAft>
            </a:pPr>
            <a:r>
              <a:rPr sz="780">
                <a:solidFill>
                  <a:srgbClr val="FAFAE0"/>
                </a:solidFill>
                <a:latin typeface="Courier New"/>
              </a:rPr>
              <a:t>    ],</a:t>
            </a:r>
          </a:p>
          <a:p>
            <a:pPr algn="l">
              <a:spcAft>
                <a:spcPts val="0"/>
              </a:spcAft>
            </a:pPr>
            <a:r>
              <a:rPr sz="780">
                <a:solidFill>
                  <a:srgbClr val="FAFAE0"/>
                </a:solidFill>
                <a:latin typeface="Courier New"/>
              </a:rPr>
              <a:t>    "ask": [</a:t>
            </a:r>
          </a:p>
          <a:p>
            <a:pPr algn="l">
              <a:spcAft>
                <a:spcPts val="0"/>
              </a:spcAft>
            </a:pPr>
            <a:r>
              <a:rPr sz="780">
                <a:solidFill>
                  <a:srgbClr val="FAFAE0"/>
                </a:solidFill>
                <a:latin typeface="Courier New"/>
              </a:rPr>
              <a:t>      "mcp__azure-devops__wit_work_item_write"</a:t>
            </a:r>
          </a:p>
          <a:p>
            <a:pPr algn="l">
              <a:spcAft>
                <a:spcPts val="0"/>
              </a:spcAft>
            </a:pPr>
            <a:r>
              <a:rPr sz="780">
                <a:solidFill>
                  <a:srgbClr val="FAFAE0"/>
                </a:solidFill>
                <a:latin typeface="Courier New"/>
              </a:rPr>
              <a:t>    ],</a:t>
            </a:r>
          </a:p>
          <a:p>
            <a:pPr algn="l">
              <a:spcAft>
                <a:spcPts val="0"/>
              </a:spcAft>
            </a:pPr>
            <a:r>
              <a:rPr sz="780">
                <a:solidFill>
                  <a:srgbClr val="FAFAE0"/>
                </a:solidFill>
                <a:latin typeface="Courier New"/>
              </a:rPr>
              <a:t>    "deny": [</a:t>
            </a:r>
          </a:p>
          <a:p>
            <a:pPr algn="l">
              <a:spcAft>
                <a:spcPts val="0"/>
              </a:spcAft>
            </a:pPr>
            <a:r>
              <a:rPr sz="780">
                <a:solidFill>
                  <a:srgbClr val="FAFAE0"/>
                </a:solidFill>
                <a:latin typeface="Courier New"/>
              </a:rPr>
              <a:t>      "Read(./.secrets/**)",</a:t>
            </a:r>
          </a:p>
          <a:p>
            <a:pPr algn="l">
              <a:spcAft>
                <a:spcPts val="0"/>
              </a:spcAft>
            </a:pPr>
            <a:r>
              <a:rPr sz="780">
                <a:solidFill>
                  <a:srgbClr val="FAFAE0"/>
                </a:solidFill>
                <a:latin typeface="Courier New"/>
              </a:rPr>
              <a:t>      "Read(./fe_automation/.env)",</a:t>
            </a:r>
          </a:p>
          <a:p>
            <a:pPr algn="l">
              <a:spcAft>
                <a:spcPts val="0"/>
              </a:spcAft>
            </a:pPr>
            <a:r>
              <a:rPr sz="780">
                <a:solidFill>
                  <a:srgbClr val="FAFAE0"/>
                </a:solidFill>
                <a:latin typeface="Courier New"/>
              </a:rPr>
              <a:t>      "Edit(../backend/**)",</a:t>
            </a:r>
          </a:p>
          <a:p>
            <a:pPr algn="l">
              <a:spcAft>
                <a:spcPts val="0"/>
              </a:spcAft>
            </a:pPr>
            <a:r>
              <a:rPr sz="780">
                <a:solidFill>
                  <a:srgbClr val="FAFAE0"/>
                </a:solidFill>
                <a:latin typeface="Courier New"/>
              </a:rPr>
              <a:t>      "mcp__azure-devops__repo_create_branch"</a:t>
            </a:r>
          </a:p>
          <a:p>
            <a:pPr algn="l">
              <a:spcAft>
                <a:spcPts val="0"/>
              </a:spcAft>
            </a:pPr>
            <a:r>
              <a:rPr sz="780">
                <a:solidFill>
                  <a:srgbClr val="FAFAE0"/>
                </a:solidFill>
                <a:latin typeface="Courier New"/>
              </a:rPr>
              <a:t>    ]</a:t>
            </a:r>
          </a:p>
          <a:p>
            <a:pPr algn="l">
              <a:spcAft>
                <a:spcPts val="0"/>
              </a:spcAft>
            </a:pPr>
            <a:r>
              <a:rPr sz="780">
                <a:solidFill>
                  <a:srgbClr val="FAFAE0"/>
                </a:solidFill>
                <a:latin typeface="Courier New"/>
              </a:rPr>
              <a:t>  },</a:t>
            </a:r>
          </a:p>
          <a:p>
            <a:pPr algn="l">
              <a:spcAft>
                <a:spcPts val="0"/>
              </a:spcAft>
            </a:pPr>
            <a:r>
              <a:rPr sz="780">
                <a:solidFill>
                  <a:srgbClr val="FAFAE0"/>
                </a:solidFill>
                <a:latin typeface="Courier New"/>
              </a:rPr>
              <a:t>  "enabledMcpjsonServers": ["azure-devops", "swagger"]</a:t>
            </a:r>
          </a:p>
          <a:p>
            <a:pPr algn="l">
              <a:spcAft>
                <a:spcPts val="0"/>
              </a:spcAft>
            </a:pPr>
            <a:r>
              <a:rPr sz="780">
                <a:solidFill>
                  <a:srgbClr val="FAFAE0"/>
                </a:solidFill>
                <a:latin typeface="Courier New"/>
              </a:rPr>
              <a:t>}</a:t>
            </a:r>
          </a:p>
        </p:txBody>
      </p:sp>
      <p:sp>
        <p:nvSpPr>
          <p:cNvPr id="4" name="TextBox 3"/>
          <p:cNvSpPr txBox="1"/>
          <p:nvPr/>
        </p:nvSpPr>
        <p:spPr>
          <a:xfrm>
            <a:off x="5303520" y="914400"/>
            <a:ext cx="3566160" cy="3657600"/>
          </a:xfrm>
          <a:prstGeom prst="rect">
            <a:avLst/>
          </a:prstGeom>
          <a:noFill/>
        </p:spPr>
        <p:txBody>
          <a:bodyPr wrap="square" anchor="t">
            <a:spAutoFit/>
          </a:bodyPr>
          <a:lstStyle/>
          <a:p>
            <a:pPr>
              <a:spcAft>
                <a:spcPts val="400"/>
              </a:spcAft>
            </a:pPr>
            <a:r>
              <a:rPr b="1" sz="950"/>
              <a:t>Order:</a:t>
            </a:r>
            <a:r>
              <a:rPr sz="950"/>
              <a:t> deny &gt; ask &gt; allow. A deny rule also blocks agents with </a:t>
            </a:r>
            <a:r>
              <a:rPr sz="950">
                <a:solidFill>
                  <a:srgbClr val="007734"/>
                </a:solidFill>
                <a:latin typeface="Courier New"/>
              </a:rPr>
              <a:t>acceptEdits</a:t>
            </a:r>
            <a:r>
              <a:rPr sz="950"/>
              <a:t>.</a:t>
            </a:r>
          </a:p>
          <a:p>
            <a:pPr>
              <a:spcAft>
                <a:spcPts val="400"/>
              </a:spcAft>
            </a:pPr>
            <a:r>
              <a:rPr b="1" sz="950"/>
              <a:t>Files:</a:t>
            </a:r>
            <a:r>
              <a:rPr sz="950"/>
              <a:t> </a:t>
            </a:r>
            <a:r>
              <a:rPr sz="950">
                <a:solidFill>
                  <a:srgbClr val="007734"/>
                </a:solidFill>
                <a:latin typeface="Courier New"/>
              </a:rPr>
              <a:t>Read(path)</a:t>
            </a:r>
            <a:r>
              <a:rPr sz="950"/>
              <a:t> and </a:t>
            </a:r>
            <a:r>
              <a:rPr sz="950">
                <a:solidFill>
                  <a:srgbClr val="007734"/>
                </a:solidFill>
                <a:latin typeface="Courier New"/>
              </a:rPr>
              <a:t>Edit(path)</a:t>
            </a:r>
            <a:r>
              <a:rPr sz="950"/>
              <a:t> with gitignore-style globs (</a:t>
            </a:r>
            <a:r>
              <a:rPr sz="950">
                <a:solidFill>
                  <a:srgbClr val="007734"/>
                </a:solidFill>
                <a:latin typeface="Courier New"/>
              </a:rPr>
              <a:t>**</a:t>
            </a:r>
            <a:r>
              <a:rPr sz="950"/>
              <a:t>).</a:t>
            </a:r>
          </a:p>
          <a:p>
            <a:pPr>
              <a:spcAft>
                <a:spcPts val="400"/>
              </a:spcAft>
            </a:pPr>
            <a:r>
              <a:rPr b="1" sz="950"/>
              <a:t>Bash:</a:t>
            </a:r>
            <a:r>
              <a:rPr sz="950"/>
              <a:t> </a:t>
            </a:r>
            <a:r>
              <a:rPr sz="950">
                <a:solidFill>
                  <a:srgbClr val="007734"/>
                </a:solidFill>
                <a:latin typeface="Courier New"/>
              </a:rPr>
              <a:t>Bash(cmd:*)</a:t>
            </a:r>
            <a:r>
              <a:rPr sz="950"/>
              <a:t> allows a command prefix.</a:t>
            </a:r>
          </a:p>
          <a:p>
            <a:pPr>
              <a:spcAft>
                <a:spcPts val="400"/>
              </a:spcAft>
            </a:pPr>
            <a:r>
              <a:rPr b="1" sz="950"/>
              <a:t>MCP:</a:t>
            </a:r>
            <a:r>
              <a:rPr sz="950"/>
              <a:t> </a:t>
            </a:r>
            <a:r>
              <a:rPr sz="950">
                <a:solidFill>
                  <a:srgbClr val="007734"/>
                </a:solidFill>
                <a:latin typeface="Courier New"/>
              </a:rPr>
              <a:t>mcp__server</a:t>
            </a:r>
            <a:r>
              <a:rPr sz="950"/>
              <a:t> (all tools) or </a:t>
            </a:r>
            <a:r>
              <a:rPr sz="950">
                <a:solidFill>
                  <a:srgbClr val="007734"/>
                </a:solidFill>
                <a:latin typeface="Courier New"/>
              </a:rPr>
              <a:t>mcp__server__tool</a:t>
            </a:r>
            <a:r>
              <a:rPr sz="950"/>
              <a:t> (one tool).</a:t>
            </a:r>
          </a:p>
          <a:p>
            <a:pPr>
              <a:spcAft>
                <a:spcPts val="400"/>
              </a:spcAft>
            </a:pPr>
            <a:r>
              <a:rPr b="1" sz="950"/>
              <a:t>Where:</a:t>
            </a:r>
            <a:r>
              <a:rPr sz="950"/>
              <a:t> </a:t>
            </a:r>
            <a:r>
              <a:rPr sz="950">
                <a:solidFill>
                  <a:srgbClr val="007734"/>
                </a:solidFill>
                <a:latin typeface="Courier New"/>
              </a:rPr>
              <a:t>.claude/settings.json</a:t>
            </a:r>
            <a:r>
              <a:rPr sz="950"/>
              <a:t> (team, committed) · </a:t>
            </a:r>
            <a:r>
              <a:rPr sz="950">
                <a:solidFill>
                  <a:srgbClr val="007734"/>
                </a:solidFill>
                <a:latin typeface="Courier New"/>
              </a:rPr>
              <a:t>.claude/settings.local.json</a:t>
            </a:r>
            <a:r>
              <a:rPr sz="950"/>
              <a:t> (personal, git-ignored) · </a:t>
            </a:r>
            <a:r>
              <a:rPr sz="950">
                <a:solidFill>
                  <a:srgbClr val="007734"/>
                </a:solidFill>
                <a:latin typeface="Courier New"/>
              </a:rPr>
              <a:t>~/.claude/settings.json</a:t>
            </a:r>
            <a:r>
              <a:rPr sz="950"/>
              <a:t> (all projects).</a:t>
            </a:r>
          </a:p>
          <a:p>
            <a:pPr>
              <a:spcAft>
                <a:spcPts val="400"/>
              </a:spcAft>
            </a:pPr>
            <a:r>
              <a:rPr sz="950"/>
              <a:t>Manage interactively with </a:t>
            </a:r>
            <a:r>
              <a:rPr sz="950">
                <a:solidFill>
                  <a:srgbClr val="007734"/>
                </a:solidFill>
                <a:latin typeface="Courier New"/>
              </a:rPr>
              <a:t>/permissions</a:t>
            </a:r>
            <a:r>
              <a:rPr sz="950"/>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for this repository</a:t>
            </a:r>
          </a:p>
        </p:txBody>
      </p:sp>
      <p:sp>
        <p:nvSpPr>
          <p:cNvPr id="3" name="Rectangle 2"/>
          <p:cNvSpPr/>
          <p:nvPr/>
        </p:nvSpPr>
        <p:spPr>
          <a:xfrm>
            <a:off x="256032" y="1005840"/>
            <a:ext cx="425196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29184" y="1060704"/>
            <a:ext cx="4105656" cy="274320"/>
          </a:xfrm>
          <a:prstGeom prst="rect">
            <a:avLst/>
          </a:prstGeom>
          <a:noFill/>
        </p:spPr>
        <p:txBody>
          <a:bodyPr wrap="square" anchor="t" lIns="45720" rIns="45720" tIns="27432" bIns="27432">
            <a:spAutoFit/>
          </a:bodyPr>
          <a:lstStyle/>
          <a:p>
            <a:pPr>
              <a:spcAft>
                <a:spcPts val="300"/>
              </a:spcAft>
            </a:pPr>
            <a:r>
              <a:rPr b="1" sz="1150">
                <a:solidFill>
                  <a:srgbClr val="007734"/>
                </a:solidFill>
                <a:latin typeface="Arial"/>
              </a:rPr>
              <a:t>Turn soft rules into hard ones</a:t>
            </a:r>
          </a:p>
        </p:txBody>
      </p:sp>
      <p:sp>
        <p:nvSpPr>
          <p:cNvPr id="5" name="TextBox 4"/>
          <p:cNvSpPr txBox="1"/>
          <p:nvPr/>
        </p:nvSpPr>
        <p:spPr>
          <a:xfrm>
            <a:off x="329184" y="1335024"/>
            <a:ext cx="4105656" cy="1097280"/>
          </a:xfrm>
          <a:prstGeom prst="rect">
            <a:avLst/>
          </a:prstGeom>
          <a:noFill/>
        </p:spPr>
        <p:txBody>
          <a:bodyPr wrap="square" anchor="t" lIns="45720" rIns="45720" tIns="27432" bIns="27432">
            <a:spAutoFit/>
          </a:bodyPr>
          <a:lstStyle/>
          <a:p>
            <a:pPr>
              <a:spcAft>
                <a:spcPts val="300"/>
              </a:spcAft>
            </a:pPr>
            <a:r>
              <a:rPr sz="1050">
                <a:solidFill>
                  <a:srgbClr val="003000"/>
                </a:solidFill>
                <a:latin typeface="Arial"/>
              </a:rPr>
              <a:t>The skills forbid reading .secrets/ and .env, but nothing enforces it. Add deny rules in .claude/settings.json.</a:t>
            </a:r>
          </a:p>
        </p:txBody>
      </p:sp>
      <p:sp>
        <p:nvSpPr>
          <p:cNvPr id="6" name="Rectangle 5"/>
          <p:cNvSpPr/>
          <p:nvPr/>
        </p:nvSpPr>
        <p:spPr>
          <a:xfrm>
            <a:off x="4645152" y="1005840"/>
            <a:ext cx="425196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18304" y="1060704"/>
            <a:ext cx="4105656" cy="274320"/>
          </a:xfrm>
          <a:prstGeom prst="rect">
            <a:avLst/>
          </a:prstGeom>
          <a:noFill/>
        </p:spPr>
        <p:txBody>
          <a:bodyPr wrap="square" anchor="t" lIns="45720" rIns="45720" tIns="27432" bIns="27432">
            <a:spAutoFit/>
          </a:bodyPr>
          <a:lstStyle/>
          <a:p>
            <a:pPr>
              <a:spcAft>
                <a:spcPts val="300"/>
              </a:spcAft>
            </a:pPr>
            <a:r>
              <a:rPr b="1" sz="1150">
                <a:solidFill>
                  <a:srgbClr val="007734"/>
                </a:solidFill>
                <a:latin typeface="Arial"/>
              </a:rPr>
              <a:t>Narrow MCP grants</a:t>
            </a:r>
          </a:p>
        </p:txBody>
      </p:sp>
      <p:sp>
        <p:nvSpPr>
          <p:cNvPr id="8" name="TextBox 7"/>
          <p:cNvSpPr txBox="1"/>
          <p:nvPr/>
        </p:nvSpPr>
        <p:spPr>
          <a:xfrm>
            <a:off x="4718304" y="1335024"/>
            <a:ext cx="4105656" cy="1097280"/>
          </a:xfrm>
          <a:prstGeom prst="rect">
            <a:avLst/>
          </a:prstGeom>
          <a:noFill/>
        </p:spPr>
        <p:txBody>
          <a:bodyPr wrap="square" anchor="t" lIns="45720" rIns="45720" tIns="27432" bIns="27432">
            <a:spAutoFit/>
          </a:bodyPr>
          <a:lstStyle/>
          <a:p>
            <a:pPr>
              <a:spcAft>
                <a:spcPts val="300"/>
              </a:spcAft>
            </a:pPr>
            <a:r>
              <a:rPr sz="1050">
                <a:solidFill>
                  <a:srgbClr val="003000"/>
                </a:solidFill>
                <a:latin typeface="Arial"/>
              </a:rPr>
              <a:t>Agents get all of mcp__azure-devops, including repo, pipeline and wiki writes. List only the tools each skill names.</a:t>
            </a:r>
          </a:p>
        </p:txBody>
      </p:sp>
      <p:sp>
        <p:nvSpPr>
          <p:cNvPr id="9" name="Rectangle 8"/>
          <p:cNvSpPr/>
          <p:nvPr/>
        </p:nvSpPr>
        <p:spPr>
          <a:xfrm>
            <a:off x="256032" y="2697480"/>
            <a:ext cx="425196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29184" y="2752344"/>
            <a:ext cx="4105656" cy="274320"/>
          </a:xfrm>
          <a:prstGeom prst="rect">
            <a:avLst/>
          </a:prstGeom>
          <a:noFill/>
        </p:spPr>
        <p:txBody>
          <a:bodyPr wrap="square" anchor="t" lIns="45720" rIns="45720" tIns="27432" bIns="27432">
            <a:spAutoFit/>
          </a:bodyPr>
          <a:lstStyle/>
          <a:p>
            <a:pPr>
              <a:spcAft>
                <a:spcPts val="300"/>
              </a:spcAft>
            </a:pPr>
            <a:r>
              <a:rPr b="1" sz="1150">
                <a:solidFill>
                  <a:srgbClr val="007734"/>
                </a:solidFill>
                <a:latin typeface="Arial"/>
              </a:rPr>
              <a:t>Keep .mcp.json portable</a:t>
            </a:r>
          </a:p>
        </p:txBody>
      </p:sp>
      <p:sp>
        <p:nvSpPr>
          <p:cNvPr id="11" name="TextBox 10"/>
          <p:cNvSpPr txBox="1"/>
          <p:nvPr/>
        </p:nvSpPr>
        <p:spPr>
          <a:xfrm>
            <a:off x="329184" y="3026664"/>
            <a:ext cx="4105656" cy="1097280"/>
          </a:xfrm>
          <a:prstGeom prst="rect">
            <a:avLst/>
          </a:prstGeom>
          <a:noFill/>
        </p:spPr>
        <p:txBody>
          <a:bodyPr wrap="square" anchor="t" lIns="45720" rIns="45720" tIns="27432" bIns="27432">
            <a:spAutoFit/>
          </a:bodyPr>
          <a:lstStyle/>
          <a:p>
            <a:pPr>
              <a:spcAft>
                <a:spcPts val="300"/>
              </a:spcAft>
            </a:pPr>
            <a:r>
              <a:rPr sz="1050">
                <a:solidFill>
                  <a:srgbClr val="003000"/>
                </a:solidFill>
                <a:latin typeface="Arial"/>
              </a:rPr>
              <a:t>The postgres URL is inline and the swagger/postgres servers use C:/Users/... paths. Use ${DATABASE_URL} and repo-relative paths.</a:t>
            </a:r>
          </a:p>
        </p:txBody>
      </p:sp>
      <p:sp>
        <p:nvSpPr>
          <p:cNvPr id="12" name="Rectangle 11"/>
          <p:cNvSpPr/>
          <p:nvPr/>
        </p:nvSpPr>
        <p:spPr>
          <a:xfrm>
            <a:off x="4645152" y="2697480"/>
            <a:ext cx="4251960" cy="1463040"/>
          </a:xfrm>
          <a:prstGeom prst="rect">
            <a:avLst/>
          </a:prstGeom>
          <a:solidFill>
            <a:srgbClr val="FFFFFF"/>
          </a:solidFill>
          <a:ln w="12700">
            <a:solidFill>
              <a:srgbClr val="B9D7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18304" y="2752344"/>
            <a:ext cx="4105656" cy="274320"/>
          </a:xfrm>
          <a:prstGeom prst="rect">
            <a:avLst/>
          </a:prstGeom>
          <a:noFill/>
        </p:spPr>
        <p:txBody>
          <a:bodyPr wrap="square" anchor="t" lIns="45720" rIns="45720" tIns="27432" bIns="27432">
            <a:spAutoFit/>
          </a:bodyPr>
          <a:lstStyle/>
          <a:p>
            <a:pPr>
              <a:spcAft>
                <a:spcPts val="300"/>
              </a:spcAft>
            </a:pPr>
            <a:r>
              <a:rPr b="1" sz="1150">
                <a:solidFill>
                  <a:srgbClr val="007734"/>
                </a:solidFill>
                <a:latin typeface="Arial"/>
              </a:rPr>
              <a:t>Use disallowedTools for exceptions</a:t>
            </a:r>
          </a:p>
        </p:txBody>
      </p:sp>
      <p:sp>
        <p:nvSpPr>
          <p:cNvPr id="14" name="TextBox 13"/>
          <p:cNvSpPr txBox="1"/>
          <p:nvPr/>
        </p:nvSpPr>
        <p:spPr>
          <a:xfrm>
            <a:off x="4718304" y="3026664"/>
            <a:ext cx="4105656" cy="1097280"/>
          </a:xfrm>
          <a:prstGeom prst="rect">
            <a:avLst/>
          </a:prstGeom>
          <a:noFill/>
        </p:spPr>
        <p:txBody>
          <a:bodyPr wrap="square" anchor="t" lIns="45720" rIns="45720" tIns="27432" bIns="27432">
            <a:spAutoFit/>
          </a:bodyPr>
          <a:lstStyle/>
          <a:p>
            <a:pPr>
              <a:spcAft>
                <a:spcPts val="300"/>
              </a:spcAft>
            </a:pPr>
            <a:r>
              <a:rPr sz="1050">
                <a:solidFill>
                  <a:srgbClr val="003000"/>
                </a:solidFill>
                <a:latin typeface="Arial"/>
              </a:rPr>
              <a:t>Keep a whole-server grant but remove the risky tools of that server for one agent.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We’re happy to discuss</a:t>
            </a:r>
          </a:p>
        </p:txBody>
      </p:sp>
      <p:sp>
        <p:nvSpPr>
          <p:cNvPr id="3" name="Title 2"/>
          <p:cNvSpPr>
            <a:spLocks noGrp="1"/>
          </p:cNvSpPr>
          <p:nvPr>
            <p:ph type="title"/>
          </p:nvPr>
        </p:nvSpPr>
        <p:spPr/>
        <p:txBody>
          <a:bodyPr/>
          <a:lstStyle/>
          <a:p>
            <a:r>
              <a:t>Questions?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Centric Light Theme">
  <a:themeElements>
    <a:clrScheme name="Centric Light Colours">
      <a:dk1>
        <a:srgbClr val="000000"/>
      </a:dk1>
      <a:lt1>
        <a:srgbClr val="FFFFFF"/>
      </a:lt1>
      <a:dk2>
        <a:srgbClr val="FAFAE0"/>
      </a:dk2>
      <a:lt2>
        <a:srgbClr val="003000"/>
      </a:lt2>
      <a:accent1>
        <a:srgbClr val="00C200"/>
      </a:accent1>
      <a:accent2>
        <a:srgbClr val="003000"/>
      </a:accent2>
      <a:accent3>
        <a:srgbClr val="FAFAE0"/>
      </a:accent3>
      <a:accent4>
        <a:srgbClr val="B9D7C3"/>
      </a:accent4>
      <a:accent5>
        <a:srgbClr val="D6FF63"/>
      </a:accent5>
      <a:accent6>
        <a:srgbClr val="007734"/>
      </a:accent6>
      <a:hlink>
        <a:srgbClr val="000000"/>
      </a:hlink>
      <a:folHlink>
        <a:srgbClr val="000000"/>
      </a:folHlink>
    </a:clrScheme>
    <a:fontScheme name="Arial Times New Roman">
      <a:majorFont>
        <a:latin typeface="Times New Roman"/>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200" dirty="0" err="1" smtClean="0"/>
        </a:defPPr>
      </a:lstStyle>
    </a:txDef>
  </a:objectDefaults>
  <a:extraClrSchemeLst/>
  <a:extLst>
    <a:ext uri="{05A4C25C-085E-4340-85A3-A5531E510DB2}">
      <thm15:themeFamily xmlns:thm15="http://schemas.microsoft.com/office/thememl/2012/main" name="Centric Presentation_inclInstructies_v6_Opgeleverd" id="{722E029A-C825-884D-9947-8D0A86FB1775}" vid="{B5C31731-C718-024F-B80D-415BAF89BCB1}"/>
    </a:ext>
  </a:extLst>
</a:theme>
</file>

<file path=ppt/theme/theme2.xml><?xml version="1.0" encoding="utf-8"?>
<a:theme xmlns:a="http://schemas.openxmlformats.org/drawingml/2006/main" name="1_Centric Dark Theme">
  <a:themeElements>
    <a:clrScheme name="Centric Colours">
      <a:dk1>
        <a:srgbClr val="000000"/>
      </a:dk1>
      <a:lt1>
        <a:srgbClr val="FFFFFF"/>
      </a:lt1>
      <a:dk2>
        <a:srgbClr val="003000"/>
      </a:dk2>
      <a:lt2>
        <a:srgbClr val="FAFAE0"/>
      </a:lt2>
      <a:accent1>
        <a:srgbClr val="00C200"/>
      </a:accent1>
      <a:accent2>
        <a:srgbClr val="003000"/>
      </a:accent2>
      <a:accent3>
        <a:srgbClr val="FAFAE0"/>
      </a:accent3>
      <a:accent4>
        <a:srgbClr val="B9D7C3"/>
      </a:accent4>
      <a:accent5>
        <a:srgbClr val="D6FF63"/>
      </a:accent5>
      <a:accent6>
        <a:srgbClr val="007734"/>
      </a:accent6>
      <a:hlink>
        <a:srgbClr val="000000"/>
      </a:hlink>
      <a:folHlink>
        <a:srgbClr val="000000"/>
      </a:folHlink>
    </a:clrScheme>
    <a:fontScheme name="Arial Times New Roman">
      <a:majorFont>
        <a:latin typeface="Times New Roman"/>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200" dirty="0" err="1" smtClean="0"/>
        </a:defPPr>
      </a:lstStyle>
    </a:txDef>
  </a:objectDefaults>
  <a:extraClrSchemeLst/>
  <a:extLst>
    <a:ext uri="{05A4C25C-085E-4340-85A3-A5531E510DB2}">
      <thm15:themeFamily xmlns:thm15="http://schemas.microsoft.com/office/thememl/2012/main" name="Centric Presentation_inclInstructies_v6_Opgeleverd" id="{722E029A-C825-884D-9947-8D0A86FB1775}" vid="{53B5C630-C384-4341-B3A1-8623CC844E5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D215FFF70A4504A9D383F23B6773718" ma:contentTypeVersion="8" ma:contentTypeDescription="Create a new document." ma:contentTypeScope="" ma:versionID="68072459e03323d0f5d59fac20f6172f">
  <xsd:schema xmlns:xsd="http://www.w3.org/2001/XMLSchema" xmlns:xs="http://www.w3.org/2001/XMLSchema" xmlns:p="http://schemas.microsoft.com/office/2006/metadata/properties" xmlns:ns2="4cde518d-b849-43f6-a15d-cda99dff026a" xmlns:ns3="150fa3c0-868e-4bc4-939d-edaf50777748" targetNamespace="http://schemas.microsoft.com/office/2006/metadata/properties" ma:root="true" ma:fieldsID="2380f74b9a79f6e0b0834177b98a7d4a" ns2:_="" ns3:_="">
    <xsd:import namespace="4cde518d-b849-43f6-a15d-cda99dff026a"/>
    <xsd:import namespace="150fa3c0-868e-4bc4-939d-edaf5077774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de518d-b849-43f6-a15d-cda99dff026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50fa3c0-868e-4bc4-939d-edaf5077774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5E2C41-520E-4843-AB2E-AE93E830A2A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03D1F25-D742-4234-86FC-774122778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de518d-b849-43f6-a15d-cda99dff026a"/>
    <ds:schemaRef ds:uri="150fa3c0-868e-4bc4-939d-edaf507777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1E697B1-D3AB-4571-840B-3081C030C93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01 Centric (with instructions and templates)</Template>
  <TotalTime>0</TotalTime>
  <Words>1917</Words>
  <Application>Microsoft Office PowerPoint</Application>
  <PresentationFormat>On-screen Show (16:9)</PresentationFormat>
  <Paragraphs>289</Paragraphs>
  <Slides>56</Slides>
  <Notes>0</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56</vt:i4>
      </vt:variant>
    </vt:vector>
  </HeadingPairs>
  <TitlesOfParts>
    <vt:vector size="63" baseType="lpstr">
      <vt:lpstr>Arial</vt:lpstr>
      <vt:lpstr>Calibri</vt:lpstr>
      <vt:lpstr>Courier New</vt:lpstr>
      <vt:lpstr>Wingdings</vt:lpstr>
      <vt:lpstr>Centric Light Theme</vt:lpstr>
      <vt:lpstr>1_Centric Dark Theme</vt:lpstr>
      <vt:lpstr>think-cell Slide</vt:lpstr>
      <vt:lpstr>How to use this template 1</vt:lpstr>
      <vt:lpstr>How to use this template 2</vt:lpstr>
      <vt:lpstr>How to use this template 3</vt:lpstr>
      <vt:lpstr>Centric Presentation Template Title.</vt:lpstr>
      <vt:lpstr>Centric Presentation Template Title.</vt:lpstr>
      <vt:lpstr>Centric Presentation Template Title.</vt:lpstr>
      <vt:lpstr>Centric Presentation Template Title.</vt:lpstr>
      <vt:lpstr>Centric Presentation Template Title.</vt:lpstr>
      <vt:lpstr>Centric Presentation Template Title.</vt:lpstr>
      <vt:lpstr>Agenda Table of contents</vt:lpstr>
      <vt:lpstr>Agenda Table of contents</vt:lpstr>
      <vt:lpstr>Agenda Table of contents</vt:lpstr>
      <vt:lpstr>Agenda Table of contents</vt:lpstr>
      <vt:lpstr>Technology made for  public safety.</vt:lpstr>
      <vt:lpstr>Technology made for  public safety.</vt:lpstr>
      <vt:lpstr>Technology made for  public safety.</vt:lpstr>
      <vt:lpstr>Technology made for  public safety.</vt:lpstr>
      <vt:lpstr>Technology made for  public safety.</vt:lpstr>
      <vt:lpstr>Technology made for  public safety.</vt:lpstr>
      <vt:lpstr>Technology made for  public safety.</vt:lpstr>
      <vt:lpstr>Technology made for  public safety.</vt:lpstr>
      <vt:lpstr>Technology for Public Safety.</vt:lpstr>
      <vt:lpstr>Technology for Public Safety.</vt:lpstr>
      <vt:lpstr>Building a Secure and Resilient Digital Foundation for Public Safety.</vt:lpstr>
      <vt:lpstr>Building a Secure and Resilient Digital Foundation for Public Safety.</vt:lpstr>
      <vt:lpstr>Building a Secure and Resilient Digital Foundation for Public Safety.</vt:lpstr>
      <vt:lpstr>Building a Secure and Resilient Digital Foundation for Public Safety.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Technology made for  public safety.</vt:lpstr>
      <vt:lpstr>Technology made for  public safety.</vt:lpstr>
      <vt:lpstr>Technology made for  public safety.</vt:lpstr>
      <vt:lpstr>Technology made for  public safety.</vt:lpstr>
      <vt:lpstr>PowerPoint Presentation</vt:lpstr>
      <vt:lpstr>PowerPoint Presentation</vt:lpstr>
      <vt:lpstr>Technology for Public Safety.</vt:lpstr>
      <vt:lpstr>Technology for Public Safety.</vt:lpstr>
      <vt:lpstr>PowerPoint Presentation</vt:lpstr>
      <vt:lpstr>PowerPoint Presentation</vt:lpstr>
      <vt:lpstr>Centric. Made for society.</vt:lpstr>
      <vt:lpstr>PowerPoint Presentation</vt:lpstr>
      <vt:lpstr>Centric. Made for society.</vt:lpstr>
      <vt:lpstr>Centric. Made for society.</vt:lpstr>
      <vt:lpstr>Centric. Made for society.</vt:lpstr>
      <vt:lpstr>Questions?</vt:lpstr>
      <vt:lpstr>Questions?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Canache, Gabriel</dc:creator>
  <cp:keywords/>
  <dc:description>Centric Presentation - version 1 - march  2026
Design: Web.nl
Template: Ton Persoon</dc:description>
  <cp:lastModifiedBy>Canache, Gabriel</cp:lastModifiedBy>
  <cp:revision>1</cp:revision>
  <dcterms:created xsi:type="dcterms:W3CDTF">2026-07-04T21:42:40Z</dcterms:created>
  <dcterms:modified xsi:type="dcterms:W3CDTF">2026-07-04T21:45:09Z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0x010100CD215FFF70A4504A9D383F23B6773718</vt:lpwstr>
  </property>
  <property fmtid="{D5CDD505-2E9C-101B-9397-08002B2CF9AE}" pid="3" name="MSIP_Label_ce5dff0f-8f2b-4675-8791-acbc2e5505d9_Enabled">
    <vt:lpwstr>true</vt:lpwstr>
  </property>
  <property fmtid="{D5CDD505-2E9C-101B-9397-08002B2CF9AE}" pid="4" name="MSIP_Label_ce5dff0f-8f2b-4675-8791-acbc2e5505d9_SetDate">
    <vt:lpwstr>2026-07-04T21:44:47Z</vt:lpwstr>
  </property>
  <property fmtid="{D5CDD505-2E9C-101B-9397-08002B2CF9AE}" pid="5" name="MSIP_Label_ce5dff0f-8f2b-4675-8791-acbc2e5505d9_Method">
    <vt:lpwstr>Privileged</vt:lpwstr>
  </property>
  <property fmtid="{D5CDD505-2E9C-101B-9397-08002B2CF9AE}" pid="6" name="MSIP_Label_ce5dff0f-8f2b-4675-8791-acbc2e5505d9_Name">
    <vt:lpwstr>ce5dff0f-8f2b-4675-8791-acbc2e5505d9</vt:lpwstr>
  </property>
  <property fmtid="{D5CDD505-2E9C-101B-9397-08002B2CF9AE}" pid="7" name="MSIP_Label_ce5dff0f-8f2b-4675-8791-acbc2e5505d9_SiteId">
    <vt:lpwstr>7e1792ae-4f1a-4ff7-b80b-57b69beb7168</vt:lpwstr>
  </property>
  <property fmtid="{D5CDD505-2E9C-101B-9397-08002B2CF9AE}" pid="8" name="MSIP_Label_ce5dff0f-8f2b-4675-8791-acbc2e5505d9_ActionId">
    <vt:lpwstr>4ff6e094-40fe-4079-a246-56734c277094</vt:lpwstr>
  </property>
  <property fmtid="{D5CDD505-2E9C-101B-9397-08002B2CF9AE}" pid="9" name="MSIP_Label_ce5dff0f-8f2b-4675-8791-acbc2e5505d9_ContentBits">
    <vt:lpwstr>0</vt:lpwstr>
  </property>
  <property fmtid="{D5CDD505-2E9C-101B-9397-08002B2CF9AE}" pid="10" name="MSIP_Label_ce5dff0f-8f2b-4675-8791-acbc2e5505d9_Tag">
    <vt:lpwstr>10, 0, 1, 1</vt:lpwstr>
  </property>
</Properties>
</file>